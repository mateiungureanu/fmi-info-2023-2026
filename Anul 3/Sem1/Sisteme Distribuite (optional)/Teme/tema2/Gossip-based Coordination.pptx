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64" r:id="rId10"/>
    <p:sldId id="272" r:id="rId11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72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6711D-F624-43F6-A0AB-D0C6B30ACC9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0C19119-C91C-4046-B9B2-E2C856DB307A}">
      <dgm:prSet/>
      <dgm:spPr/>
      <dgm:t>
        <a:bodyPr/>
        <a:lstStyle/>
        <a:p>
          <a:r>
            <a:rPr lang="en-GB" dirty="0"/>
            <a:t>Large-scale distributed systems need to share state (node health, configuration).</a:t>
          </a:r>
          <a:endParaRPr lang="en-US" dirty="0"/>
        </a:p>
      </dgm:t>
    </dgm:pt>
    <dgm:pt modelId="{348F6B95-5B17-4A40-A786-0AF15FF01F62}" type="parTrans" cxnId="{87AD8351-B714-41DB-B06F-5C15F087761D}">
      <dgm:prSet/>
      <dgm:spPr/>
      <dgm:t>
        <a:bodyPr/>
        <a:lstStyle/>
        <a:p>
          <a:endParaRPr lang="en-US"/>
        </a:p>
      </dgm:t>
    </dgm:pt>
    <dgm:pt modelId="{129298A9-81A0-4B51-B09E-56825FD2BDAC}" type="sibTrans" cxnId="{87AD8351-B714-41DB-B06F-5C15F087761D}">
      <dgm:prSet/>
      <dgm:spPr/>
      <dgm:t>
        <a:bodyPr/>
        <a:lstStyle/>
        <a:p>
          <a:endParaRPr lang="en-US"/>
        </a:p>
      </dgm:t>
    </dgm:pt>
    <dgm:pt modelId="{A846FEF7-E6C6-4387-9B28-05E937D592CD}">
      <dgm:prSet/>
      <dgm:spPr/>
      <dgm:t>
        <a:bodyPr/>
        <a:lstStyle/>
        <a:p>
          <a:r>
            <a:rPr lang="en-GB" b="1" dirty="0"/>
            <a:t>The Centralized Approach (Master/Slave):</a:t>
          </a:r>
          <a:endParaRPr lang="en-US" dirty="0"/>
        </a:p>
      </dgm:t>
    </dgm:pt>
    <dgm:pt modelId="{AFFF6BED-E7B7-49D6-BB27-063E68062DAE}" type="parTrans" cxnId="{2F3A4265-4B88-4B58-8A37-A590EEAE0C62}">
      <dgm:prSet/>
      <dgm:spPr/>
      <dgm:t>
        <a:bodyPr/>
        <a:lstStyle/>
        <a:p>
          <a:endParaRPr lang="en-US"/>
        </a:p>
      </dgm:t>
    </dgm:pt>
    <dgm:pt modelId="{777BC749-3EF7-4CB5-8FBD-62D54890525E}" type="sibTrans" cxnId="{2F3A4265-4B88-4B58-8A37-A590EEAE0C62}">
      <dgm:prSet/>
      <dgm:spPr/>
      <dgm:t>
        <a:bodyPr/>
        <a:lstStyle/>
        <a:p>
          <a:endParaRPr lang="en-US"/>
        </a:p>
      </dgm:t>
    </dgm:pt>
    <dgm:pt modelId="{64E6DF45-5E20-4036-9CB7-21474B3DDF0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Creates a </a:t>
          </a:r>
          <a:r>
            <a:rPr lang="en-GB" b="1" dirty="0"/>
            <a:t>Single Point of Failure (SPOF)</a:t>
          </a:r>
          <a:r>
            <a:rPr lang="en-GB" dirty="0"/>
            <a:t>.</a:t>
          </a:r>
        </a:p>
      </dgm:t>
    </dgm:pt>
    <dgm:pt modelId="{E5BD30B6-B386-4CA8-8CD3-D03F91100AD0}" type="parTrans" cxnId="{FEE6CC00-15FD-4ABB-AF3F-9CB0BFFF6243}">
      <dgm:prSet/>
      <dgm:spPr/>
      <dgm:t>
        <a:bodyPr/>
        <a:lstStyle/>
        <a:p>
          <a:endParaRPr lang="en-150"/>
        </a:p>
      </dgm:t>
    </dgm:pt>
    <dgm:pt modelId="{F5055489-D84E-4F84-9DA1-3D2D2180933E}" type="sibTrans" cxnId="{FEE6CC00-15FD-4ABB-AF3F-9CB0BFFF6243}">
      <dgm:prSet/>
      <dgm:spPr/>
      <dgm:t>
        <a:bodyPr/>
        <a:lstStyle/>
        <a:p>
          <a:endParaRPr lang="en-150"/>
        </a:p>
      </dgm:t>
    </dgm:pt>
    <dgm:pt modelId="{13CFCE1E-CF86-4330-BAA2-3252682031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Becomes a performance bottleneck as the cluster grows.</a:t>
          </a:r>
        </a:p>
      </dgm:t>
    </dgm:pt>
    <dgm:pt modelId="{B43F6C7A-28B3-433E-94EA-9AB420FBA5D1}" type="parTrans" cxnId="{1523C799-3ADA-4B86-B881-05E92AAD3B3F}">
      <dgm:prSet/>
      <dgm:spPr/>
      <dgm:t>
        <a:bodyPr/>
        <a:lstStyle/>
        <a:p>
          <a:endParaRPr lang="en-150"/>
        </a:p>
      </dgm:t>
    </dgm:pt>
    <dgm:pt modelId="{41377F5F-8B3C-4FD1-AF41-B116C53FF332}" type="sibTrans" cxnId="{1523C799-3ADA-4B86-B881-05E92AAD3B3F}">
      <dgm:prSet/>
      <dgm:spPr/>
      <dgm:t>
        <a:bodyPr/>
        <a:lstStyle/>
        <a:p>
          <a:endParaRPr lang="en-150"/>
        </a:p>
      </dgm:t>
    </dgm:pt>
    <dgm:pt modelId="{0E053D95-96AB-49BC-BCCE-8ED00936926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High latency for distant nodes.</a:t>
          </a:r>
        </a:p>
      </dgm:t>
    </dgm:pt>
    <dgm:pt modelId="{8CC1BE92-C01F-4A7E-9408-F601346242D1}" type="parTrans" cxnId="{0255EA53-C4A7-49FD-9CEA-F5781424697B}">
      <dgm:prSet/>
      <dgm:spPr/>
      <dgm:t>
        <a:bodyPr/>
        <a:lstStyle/>
        <a:p>
          <a:endParaRPr lang="en-150"/>
        </a:p>
      </dgm:t>
    </dgm:pt>
    <dgm:pt modelId="{61E27C8C-C3CC-49E9-A97B-ADE8A6B45626}" type="sibTrans" cxnId="{0255EA53-C4A7-49FD-9CEA-F5781424697B}">
      <dgm:prSet/>
      <dgm:spPr/>
      <dgm:t>
        <a:bodyPr/>
        <a:lstStyle/>
        <a:p>
          <a:endParaRPr lang="en-150"/>
        </a:p>
      </dgm:t>
    </dgm:pt>
    <dgm:pt modelId="{D429407D-F706-461A-AC2B-05384F36F182}">
      <dgm:prSet/>
      <dgm:spPr/>
      <dgm:t>
        <a:bodyPr/>
        <a:lstStyle/>
        <a:p>
          <a:pPr>
            <a:buNone/>
          </a:pPr>
          <a:r>
            <a:rPr lang="en-GB" b="1" i="0" dirty="0"/>
            <a:t>The Solution:</a:t>
          </a:r>
          <a:r>
            <a:rPr lang="en-GB" b="0" i="0" dirty="0"/>
            <a:t> decentralization using </a:t>
          </a:r>
          <a:r>
            <a:rPr lang="en-GB" b="1" i="0" dirty="0"/>
            <a:t>Epidemic Algorithms</a:t>
          </a:r>
          <a:r>
            <a:rPr lang="en-GB" b="0" i="0" dirty="0"/>
            <a:t> (Peer-to-Peer communication).</a:t>
          </a:r>
          <a:endParaRPr lang="en-GB" dirty="0"/>
        </a:p>
      </dgm:t>
    </dgm:pt>
    <dgm:pt modelId="{0540E1DE-C74E-4E2E-A68B-F6A57332E2F4}" type="parTrans" cxnId="{5433F58B-0C37-4ACA-B210-186CB70AA5BD}">
      <dgm:prSet/>
      <dgm:spPr/>
      <dgm:t>
        <a:bodyPr/>
        <a:lstStyle/>
        <a:p>
          <a:endParaRPr lang="en-150"/>
        </a:p>
      </dgm:t>
    </dgm:pt>
    <dgm:pt modelId="{1CC51F55-298E-4154-B4D5-F94C1611F4C0}" type="sibTrans" cxnId="{5433F58B-0C37-4ACA-B210-186CB70AA5BD}">
      <dgm:prSet/>
      <dgm:spPr/>
      <dgm:t>
        <a:bodyPr/>
        <a:lstStyle/>
        <a:p>
          <a:endParaRPr lang="en-150"/>
        </a:p>
      </dgm:t>
    </dgm:pt>
    <dgm:pt modelId="{EDF6C041-8A73-4440-9F79-64D6BFAADDD0}" type="pres">
      <dgm:prSet presAssocID="{81F6711D-F624-43F6-A0AB-D0C6B30ACC9C}" presName="linear" presStyleCnt="0">
        <dgm:presLayoutVars>
          <dgm:animLvl val="lvl"/>
          <dgm:resizeHandles val="exact"/>
        </dgm:presLayoutVars>
      </dgm:prSet>
      <dgm:spPr/>
    </dgm:pt>
    <dgm:pt modelId="{7BAACDE0-F307-4510-8C0A-6EEEDA028D73}" type="pres">
      <dgm:prSet presAssocID="{E0C19119-C91C-4046-B9B2-E2C856DB307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C3A264-AB82-4AC2-B9A3-00C208D1CE9C}" type="pres">
      <dgm:prSet presAssocID="{129298A9-81A0-4B51-B09E-56825FD2BDAC}" presName="spacer" presStyleCnt="0"/>
      <dgm:spPr/>
    </dgm:pt>
    <dgm:pt modelId="{359530A8-8016-45EE-9DD8-E149D4123F26}" type="pres">
      <dgm:prSet presAssocID="{A846FEF7-E6C6-4387-9B28-05E937D592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0DF8D3-E6CA-4A31-9BAA-045856305013}" type="pres">
      <dgm:prSet presAssocID="{A846FEF7-E6C6-4387-9B28-05E937D592CD}" presName="childText" presStyleLbl="revTx" presStyleIdx="0" presStyleCnt="1">
        <dgm:presLayoutVars>
          <dgm:bulletEnabled val="1"/>
        </dgm:presLayoutVars>
      </dgm:prSet>
      <dgm:spPr/>
    </dgm:pt>
    <dgm:pt modelId="{E6665EFF-0183-47BE-8DEA-A91EDB83406C}" type="pres">
      <dgm:prSet presAssocID="{D429407D-F706-461A-AC2B-05384F36F18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EE6CC00-15FD-4ABB-AF3F-9CB0BFFF6243}" srcId="{A846FEF7-E6C6-4387-9B28-05E937D592CD}" destId="{64E6DF45-5E20-4036-9CB7-21474B3DDF00}" srcOrd="0" destOrd="0" parTransId="{E5BD30B6-B386-4CA8-8CD3-D03F91100AD0}" sibTransId="{F5055489-D84E-4F84-9DA1-3D2D2180933E}"/>
    <dgm:cxn modelId="{908C530D-A1E6-4F8A-ABEB-F9A37FEB9974}" type="presOf" srcId="{D429407D-F706-461A-AC2B-05384F36F182}" destId="{E6665EFF-0183-47BE-8DEA-A91EDB83406C}" srcOrd="0" destOrd="0" presId="urn:microsoft.com/office/officeart/2005/8/layout/vList2"/>
    <dgm:cxn modelId="{A5441A1E-599C-4179-A403-360F29ACD6BF}" type="presOf" srcId="{13CFCE1E-CF86-4330-BAA2-325268203186}" destId="{E60DF8D3-E6CA-4A31-9BAA-045856305013}" srcOrd="0" destOrd="1" presId="urn:microsoft.com/office/officeart/2005/8/layout/vList2"/>
    <dgm:cxn modelId="{9E44D824-B868-4EFA-B0A4-23CA7AA49683}" type="presOf" srcId="{0E053D95-96AB-49BC-BCCE-8ED009369268}" destId="{E60DF8D3-E6CA-4A31-9BAA-045856305013}" srcOrd="0" destOrd="2" presId="urn:microsoft.com/office/officeart/2005/8/layout/vList2"/>
    <dgm:cxn modelId="{2F3A4265-4B88-4B58-8A37-A590EEAE0C62}" srcId="{81F6711D-F624-43F6-A0AB-D0C6B30ACC9C}" destId="{A846FEF7-E6C6-4387-9B28-05E937D592CD}" srcOrd="1" destOrd="0" parTransId="{AFFF6BED-E7B7-49D6-BB27-063E68062DAE}" sibTransId="{777BC749-3EF7-4CB5-8FBD-62D54890525E}"/>
    <dgm:cxn modelId="{87AD8351-B714-41DB-B06F-5C15F087761D}" srcId="{81F6711D-F624-43F6-A0AB-D0C6B30ACC9C}" destId="{E0C19119-C91C-4046-B9B2-E2C856DB307A}" srcOrd="0" destOrd="0" parTransId="{348F6B95-5B17-4A40-A786-0AF15FF01F62}" sibTransId="{129298A9-81A0-4B51-B09E-56825FD2BDAC}"/>
    <dgm:cxn modelId="{0255EA53-C4A7-49FD-9CEA-F5781424697B}" srcId="{A846FEF7-E6C6-4387-9B28-05E937D592CD}" destId="{0E053D95-96AB-49BC-BCCE-8ED009369268}" srcOrd="2" destOrd="0" parTransId="{8CC1BE92-C01F-4A7E-9408-F601346242D1}" sibTransId="{61E27C8C-C3CC-49E9-A97B-ADE8A6B45626}"/>
    <dgm:cxn modelId="{5433F58B-0C37-4ACA-B210-186CB70AA5BD}" srcId="{81F6711D-F624-43F6-A0AB-D0C6B30ACC9C}" destId="{D429407D-F706-461A-AC2B-05384F36F182}" srcOrd="2" destOrd="0" parTransId="{0540E1DE-C74E-4E2E-A68B-F6A57332E2F4}" sibTransId="{1CC51F55-298E-4154-B4D5-F94C1611F4C0}"/>
    <dgm:cxn modelId="{1523C799-3ADA-4B86-B881-05E92AAD3B3F}" srcId="{A846FEF7-E6C6-4387-9B28-05E937D592CD}" destId="{13CFCE1E-CF86-4330-BAA2-325268203186}" srcOrd="1" destOrd="0" parTransId="{B43F6C7A-28B3-433E-94EA-9AB420FBA5D1}" sibTransId="{41377F5F-8B3C-4FD1-AF41-B116C53FF332}"/>
    <dgm:cxn modelId="{10BB82AA-123A-465A-845B-6A12EA4FEB91}" type="presOf" srcId="{A846FEF7-E6C6-4387-9B28-05E937D592CD}" destId="{359530A8-8016-45EE-9DD8-E149D4123F26}" srcOrd="0" destOrd="0" presId="urn:microsoft.com/office/officeart/2005/8/layout/vList2"/>
    <dgm:cxn modelId="{283E54C1-F297-4342-9081-E71436D3F890}" type="presOf" srcId="{81F6711D-F624-43F6-A0AB-D0C6B30ACC9C}" destId="{EDF6C041-8A73-4440-9F79-64D6BFAADDD0}" srcOrd="0" destOrd="0" presId="urn:microsoft.com/office/officeart/2005/8/layout/vList2"/>
    <dgm:cxn modelId="{E58FF2C8-A4BD-4EA4-B0DA-E9CF931321F6}" type="presOf" srcId="{E0C19119-C91C-4046-B9B2-E2C856DB307A}" destId="{7BAACDE0-F307-4510-8C0A-6EEEDA028D73}" srcOrd="0" destOrd="0" presId="urn:microsoft.com/office/officeart/2005/8/layout/vList2"/>
    <dgm:cxn modelId="{54B09FE7-075A-4237-B0B9-BC84F3E766CD}" type="presOf" srcId="{64E6DF45-5E20-4036-9CB7-21474B3DDF00}" destId="{E60DF8D3-E6CA-4A31-9BAA-045856305013}" srcOrd="0" destOrd="0" presId="urn:microsoft.com/office/officeart/2005/8/layout/vList2"/>
    <dgm:cxn modelId="{6FE5B3BF-A26B-4A0C-81CA-DDE2DDA74F1D}" type="presParOf" srcId="{EDF6C041-8A73-4440-9F79-64D6BFAADDD0}" destId="{7BAACDE0-F307-4510-8C0A-6EEEDA028D73}" srcOrd="0" destOrd="0" presId="urn:microsoft.com/office/officeart/2005/8/layout/vList2"/>
    <dgm:cxn modelId="{71CA4DB4-1B0E-4ECF-A4D6-A2FC602F0D92}" type="presParOf" srcId="{EDF6C041-8A73-4440-9F79-64D6BFAADDD0}" destId="{BBC3A264-AB82-4AC2-B9A3-00C208D1CE9C}" srcOrd="1" destOrd="0" presId="urn:microsoft.com/office/officeart/2005/8/layout/vList2"/>
    <dgm:cxn modelId="{3B81AB79-236D-4357-8D3B-DECEA58DC62E}" type="presParOf" srcId="{EDF6C041-8A73-4440-9F79-64D6BFAADDD0}" destId="{359530A8-8016-45EE-9DD8-E149D4123F26}" srcOrd="2" destOrd="0" presId="urn:microsoft.com/office/officeart/2005/8/layout/vList2"/>
    <dgm:cxn modelId="{482C79C2-3822-493E-B344-0B9839FEF85E}" type="presParOf" srcId="{EDF6C041-8A73-4440-9F79-64D6BFAADDD0}" destId="{E60DF8D3-E6CA-4A31-9BAA-045856305013}" srcOrd="3" destOrd="0" presId="urn:microsoft.com/office/officeart/2005/8/layout/vList2"/>
    <dgm:cxn modelId="{D220E236-1712-4DD3-85DB-5140BE335595}" type="presParOf" srcId="{EDF6C041-8A73-4440-9F79-64D6BFAADDD0}" destId="{E6665EFF-0183-47BE-8DEA-A91EDB83406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C15478-AFBD-4BC2-BEC5-458668CFCC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46B1BD-D638-4BC8-A6A0-0FFA02F72B26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a communication protocol inspired by how epidemics or rumors spread in a biological population.</a:t>
          </a:r>
          <a:endParaRPr lang="en-US"/>
        </a:p>
      </dgm:t>
    </dgm:pt>
    <dgm:pt modelId="{CD78A009-C59F-4F28-960D-CD4C004F52CA}" type="parTrans" cxnId="{236EBAA0-4980-40CE-976D-3496CD0B731E}">
      <dgm:prSet/>
      <dgm:spPr/>
      <dgm:t>
        <a:bodyPr/>
        <a:lstStyle/>
        <a:p>
          <a:endParaRPr lang="en-US"/>
        </a:p>
      </dgm:t>
    </dgm:pt>
    <dgm:pt modelId="{9FF3C4D1-F42D-4963-B7D9-7833462CED16}" type="sibTrans" cxnId="{236EBAA0-4980-40CE-976D-3496CD0B731E}">
      <dgm:prSet/>
      <dgm:spPr/>
      <dgm:t>
        <a:bodyPr/>
        <a:lstStyle/>
        <a:p>
          <a:endParaRPr lang="en-US"/>
        </a:p>
      </dgm:t>
    </dgm:pt>
    <dgm:pt modelId="{6738B981-5685-40DB-A3EE-1EB367B5CA71}">
      <dgm:prSet/>
      <dgm:spPr/>
      <dgm:t>
        <a:bodyPr/>
        <a:lstStyle/>
        <a:p>
          <a:r>
            <a:rPr lang="en-GB" b="1"/>
            <a:t>Mechanism:</a:t>
          </a:r>
          <a:endParaRPr lang="en-US"/>
        </a:p>
      </dgm:t>
    </dgm:pt>
    <dgm:pt modelId="{1602E998-7ECB-4D6F-848E-08EE5FE1CDFA}" type="parTrans" cxnId="{8E8195F4-2C1B-404D-AF5B-EE3F528FA57B}">
      <dgm:prSet/>
      <dgm:spPr/>
      <dgm:t>
        <a:bodyPr/>
        <a:lstStyle/>
        <a:p>
          <a:endParaRPr lang="en-US"/>
        </a:p>
      </dgm:t>
    </dgm:pt>
    <dgm:pt modelId="{F10D7D46-AD82-4924-B01D-1175FFD1508B}" type="sibTrans" cxnId="{8E8195F4-2C1B-404D-AF5B-EE3F528FA57B}">
      <dgm:prSet/>
      <dgm:spPr/>
      <dgm:t>
        <a:bodyPr/>
        <a:lstStyle/>
        <a:p>
          <a:endParaRPr lang="en-US"/>
        </a:p>
      </dgm:t>
    </dgm:pt>
    <dgm:pt modelId="{322047C4-0D26-4866-8B73-F238653E0FEE}">
      <dgm:prSet/>
      <dgm:spPr/>
      <dgm:t>
        <a:bodyPr/>
        <a:lstStyle/>
        <a:p>
          <a:r>
            <a:rPr lang="en-GB"/>
            <a:t>A node picks a </a:t>
          </a:r>
          <a:r>
            <a:rPr lang="en-GB" b="1"/>
            <a:t>random peer</a:t>
          </a:r>
          <a:r>
            <a:rPr lang="en-GB"/>
            <a:t> and exchanges information.</a:t>
          </a:r>
          <a:endParaRPr lang="en-US"/>
        </a:p>
      </dgm:t>
    </dgm:pt>
    <dgm:pt modelId="{D40BB503-5781-4749-9E80-BC6357EF8434}" type="parTrans" cxnId="{BAB89AF2-77FA-4FD4-A143-9079EEFB0590}">
      <dgm:prSet/>
      <dgm:spPr/>
      <dgm:t>
        <a:bodyPr/>
        <a:lstStyle/>
        <a:p>
          <a:endParaRPr lang="en-US"/>
        </a:p>
      </dgm:t>
    </dgm:pt>
    <dgm:pt modelId="{D754E6B9-1A26-4B46-8BAB-3645B9F145CD}" type="sibTrans" cxnId="{BAB89AF2-77FA-4FD4-A143-9079EEFB0590}">
      <dgm:prSet/>
      <dgm:spPr/>
      <dgm:t>
        <a:bodyPr/>
        <a:lstStyle/>
        <a:p>
          <a:endParaRPr lang="en-US"/>
        </a:p>
      </dgm:t>
    </dgm:pt>
    <dgm:pt modelId="{EA5457BB-FE59-41F2-B7D7-1380076FA18A}">
      <dgm:prSet/>
      <dgm:spPr/>
      <dgm:t>
        <a:bodyPr/>
        <a:lstStyle/>
        <a:p>
          <a:r>
            <a:rPr lang="en-GB"/>
            <a:t>The peer repeats the process.</a:t>
          </a:r>
          <a:endParaRPr lang="en-US"/>
        </a:p>
      </dgm:t>
    </dgm:pt>
    <dgm:pt modelId="{2B06111D-BA3C-4F58-BD7A-9A7191D90DE0}" type="parTrans" cxnId="{48C71405-3533-4BBC-AD87-B9E9C38ABCE0}">
      <dgm:prSet/>
      <dgm:spPr/>
      <dgm:t>
        <a:bodyPr/>
        <a:lstStyle/>
        <a:p>
          <a:endParaRPr lang="en-US"/>
        </a:p>
      </dgm:t>
    </dgm:pt>
    <dgm:pt modelId="{8501CA48-87C3-4B87-B8ED-A4C1C9DF65D5}" type="sibTrans" cxnId="{48C71405-3533-4BBC-AD87-B9E9C38ABCE0}">
      <dgm:prSet/>
      <dgm:spPr/>
      <dgm:t>
        <a:bodyPr/>
        <a:lstStyle/>
        <a:p>
          <a:endParaRPr lang="en-US"/>
        </a:p>
      </dgm:t>
    </dgm:pt>
    <dgm:pt modelId="{11C4C2DF-B3F5-457D-AE5F-2C341C31BB90}">
      <dgm:prSet/>
      <dgm:spPr/>
      <dgm:t>
        <a:bodyPr/>
        <a:lstStyle/>
        <a:p>
          <a:r>
            <a:rPr lang="en-GB" b="1"/>
            <a:t>Result:</a:t>
          </a:r>
          <a:r>
            <a:rPr lang="en-GB"/>
            <a:t> information propagates exponentially across the cluster.</a:t>
          </a:r>
          <a:endParaRPr lang="en-US"/>
        </a:p>
      </dgm:t>
    </dgm:pt>
    <dgm:pt modelId="{1BB03A69-CD44-4150-AC61-C3C60617FE74}" type="parTrans" cxnId="{2C4473F5-662F-4C44-AE16-3BBC15992234}">
      <dgm:prSet/>
      <dgm:spPr/>
      <dgm:t>
        <a:bodyPr/>
        <a:lstStyle/>
        <a:p>
          <a:endParaRPr lang="en-US"/>
        </a:p>
      </dgm:t>
    </dgm:pt>
    <dgm:pt modelId="{0AA3941D-EB86-459A-BC91-76ACBE3D5387}" type="sibTrans" cxnId="{2C4473F5-662F-4C44-AE16-3BBC15992234}">
      <dgm:prSet/>
      <dgm:spPr/>
      <dgm:t>
        <a:bodyPr/>
        <a:lstStyle/>
        <a:p>
          <a:endParaRPr lang="en-US"/>
        </a:p>
      </dgm:t>
    </dgm:pt>
    <dgm:pt modelId="{D0BBCD24-5297-474C-BFE6-6EFC6FC997F1}">
      <dgm:prSet/>
      <dgm:spPr/>
      <dgm:t>
        <a:bodyPr/>
        <a:lstStyle/>
        <a:p>
          <a:r>
            <a:rPr lang="en-GB" b="1"/>
            <a:t>Key Characteristics:</a:t>
          </a:r>
          <a:r>
            <a:rPr lang="en-GB"/>
            <a:t> robust, scalable, eventually consistent.</a:t>
          </a:r>
          <a:endParaRPr lang="en-US"/>
        </a:p>
      </dgm:t>
    </dgm:pt>
    <dgm:pt modelId="{CACA9619-D117-4728-9F9A-B1688015A948}" type="parTrans" cxnId="{9CA28179-8788-4E44-B72B-CA0B79A0DD36}">
      <dgm:prSet/>
      <dgm:spPr/>
      <dgm:t>
        <a:bodyPr/>
        <a:lstStyle/>
        <a:p>
          <a:endParaRPr lang="en-US"/>
        </a:p>
      </dgm:t>
    </dgm:pt>
    <dgm:pt modelId="{12484677-9193-41C5-BAE1-E2912BAB80CB}" type="sibTrans" cxnId="{9CA28179-8788-4E44-B72B-CA0B79A0DD36}">
      <dgm:prSet/>
      <dgm:spPr/>
      <dgm:t>
        <a:bodyPr/>
        <a:lstStyle/>
        <a:p>
          <a:endParaRPr lang="en-US"/>
        </a:p>
      </dgm:t>
    </dgm:pt>
    <dgm:pt modelId="{F4FCCB87-C0B2-4EF7-BD4F-63DD6A3FB469}" type="pres">
      <dgm:prSet presAssocID="{E8C15478-AFBD-4BC2-BEC5-458668CFCC6B}" presName="linear" presStyleCnt="0">
        <dgm:presLayoutVars>
          <dgm:animLvl val="lvl"/>
          <dgm:resizeHandles val="exact"/>
        </dgm:presLayoutVars>
      </dgm:prSet>
      <dgm:spPr/>
    </dgm:pt>
    <dgm:pt modelId="{676241C4-9087-474F-B260-B825090000DF}" type="pres">
      <dgm:prSet presAssocID="{7E46B1BD-D638-4BC8-A6A0-0FFA02F72B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B78281C-8111-4A45-8062-FDCA85B94F5D}" type="pres">
      <dgm:prSet presAssocID="{9FF3C4D1-F42D-4963-B7D9-7833462CED16}" presName="spacer" presStyleCnt="0"/>
      <dgm:spPr/>
    </dgm:pt>
    <dgm:pt modelId="{46812510-5D1D-4499-B3AA-53A71AE82A9A}" type="pres">
      <dgm:prSet presAssocID="{6738B981-5685-40DB-A3EE-1EB367B5CA7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2F6EEC-F9DE-4D9B-B15D-C5EABCA7B035}" type="pres">
      <dgm:prSet presAssocID="{6738B981-5685-40DB-A3EE-1EB367B5CA71}" presName="childText" presStyleLbl="revTx" presStyleIdx="0" presStyleCnt="1">
        <dgm:presLayoutVars>
          <dgm:bulletEnabled val="1"/>
        </dgm:presLayoutVars>
      </dgm:prSet>
      <dgm:spPr/>
    </dgm:pt>
    <dgm:pt modelId="{98249C97-C8C5-4C22-A552-5C9C4984D741}" type="pres">
      <dgm:prSet presAssocID="{11C4C2DF-B3F5-457D-AE5F-2C341C31BB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E0869B-42A2-438C-8F03-57D5F35DDB68}" type="pres">
      <dgm:prSet presAssocID="{0AA3941D-EB86-459A-BC91-76ACBE3D5387}" presName="spacer" presStyleCnt="0"/>
      <dgm:spPr/>
    </dgm:pt>
    <dgm:pt modelId="{4ED976E5-B8C2-4D5B-95C1-0DFB862EA302}" type="pres">
      <dgm:prSet presAssocID="{D0BBCD24-5297-474C-BFE6-6EFC6FC997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C71405-3533-4BBC-AD87-B9E9C38ABCE0}" srcId="{6738B981-5685-40DB-A3EE-1EB367B5CA71}" destId="{EA5457BB-FE59-41F2-B7D7-1380076FA18A}" srcOrd="1" destOrd="0" parTransId="{2B06111D-BA3C-4F58-BD7A-9A7191D90DE0}" sibTransId="{8501CA48-87C3-4B87-B8ED-A4C1C9DF65D5}"/>
    <dgm:cxn modelId="{6D3B7710-EF33-4F92-8348-F8FDCD0870F0}" type="presOf" srcId="{322047C4-0D26-4866-8B73-F238653E0FEE}" destId="{1E2F6EEC-F9DE-4D9B-B15D-C5EABCA7B035}" srcOrd="0" destOrd="0" presId="urn:microsoft.com/office/officeart/2005/8/layout/vList2"/>
    <dgm:cxn modelId="{92EECB1C-B2D9-4A56-891B-8CF3A18BF888}" type="presOf" srcId="{E8C15478-AFBD-4BC2-BEC5-458668CFCC6B}" destId="{F4FCCB87-C0B2-4EF7-BD4F-63DD6A3FB469}" srcOrd="0" destOrd="0" presId="urn:microsoft.com/office/officeart/2005/8/layout/vList2"/>
    <dgm:cxn modelId="{E22D2570-F219-45EB-94F2-B3DFC2D4E0D3}" type="presOf" srcId="{7E46B1BD-D638-4BC8-A6A0-0FFA02F72B26}" destId="{676241C4-9087-474F-B260-B825090000DF}" srcOrd="0" destOrd="0" presId="urn:microsoft.com/office/officeart/2005/8/layout/vList2"/>
    <dgm:cxn modelId="{9CA28179-8788-4E44-B72B-CA0B79A0DD36}" srcId="{E8C15478-AFBD-4BC2-BEC5-458668CFCC6B}" destId="{D0BBCD24-5297-474C-BFE6-6EFC6FC997F1}" srcOrd="3" destOrd="0" parTransId="{CACA9619-D117-4728-9F9A-B1688015A948}" sibTransId="{12484677-9193-41C5-BAE1-E2912BAB80CB}"/>
    <dgm:cxn modelId="{236EBAA0-4980-40CE-976D-3496CD0B731E}" srcId="{E8C15478-AFBD-4BC2-BEC5-458668CFCC6B}" destId="{7E46B1BD-D638-4BC8-A6A0-0FFA02F72B26}" srcOrd="0" destOrd="0" parTransId="{CD78A009-C59F-4F28-960D-CD4C004F52CA}" sibTransId="{9FF3C4D1-F42D-4963-B7D9-7833462CED16}"/>
    <dgm:cxn modelId="{6D8313B2-7104-4E32-B1CE-1DD9AD4B4858}" type="presOf" srcId="{11C4C2DF-B3F5-457D-AE5F-2C341C31BB90}" destId="{98249C97-C8C5-4C22-A552-5C9C4984D741}" srcOrd="0" destOrd="0" presId="urn:microsoft.com/office/officeart/2005/8/layout/vList2"/>
    <dgm:cxn modelId="{90F81DD2-B3A1-4BF6-B7D4-B521E284FAFA}" type="presOf" srcId="{EA5457BB-FE59-41F2-B7D7-1380076FA18A}" destId="{1E2F6EEC-F9DE-4D9B-B15D-C5EABCA7B035}" srcOrd="0" destOrd="1" presId="urn:microsoft.com/office/officeart/2005/8/layout/vList2"/>
    <dgm:cxn modelId="{7268A3D4-970D-4215-9F2B-61D5030257A6}" type="presOf" srcId="{D0BBCD24-5297-474C-BFE6-6EFC6FC997F1}" destId="{4ED976E5-B8C2-4D5B-95C1-0DFB862EA302}" srcOrd="0" destOrd="0" presId="urn:microsoft.com/office/officeart/2005/8/layout/vList2"/>
    <dgm:cxn modelId="{D96768F0-0BB0-4296-953C-63EFD6826006}" type="presOf" srcId="{6738B981-5685-40DB-A3EE-1EB367B5CA71}" destId="{46812510-5D1D-4499-B3AA-53A71AE82A9A}" srcOrd="0" destOrd="0" presId="urn:microsoft.com/office/officeart/2005/8/layout/vList2"/>
    <dgm:cxn modelId="{BAB89AF2-77FA-4FD4-A143-9079EEFB0590}" srcId="{6738B981-5685-40DB-A3EE-1EB367B5CA71}" destId="{322047C4-0D26-4866-8B73-F238653E0FEE}" srcOrd="0" destOrd="0" parTransId="{D40BB503-5781-4749-9E80-BC6357EF8434}" sibTransId="{D754E6B9-1A26-4B46-8BAB-3645B9F145CD}"/>
    <dgm:cxn modelId="{8E8195F4-2C1B-404D-AF5B-EE3F528FA57B}" srcId="{E8C15478-AFBD-4BC2-BEC5-458668CFCC6B}" destId="{6738B981-5685-40DB-A3EE-1EB367B5CA71}" srcOrd="1" destOrd="0" parTransId="{1602E998-7ECB-4D6F-848E-08EE5FE1CDFA}" sibTransId="{F10D7D46-AD82-4924-B01D-1175FFD1508B}"/>
    <dgm:cxn modelId="{2C4473F5-662F-4C44-AE16-3BBC15992234}" srcId="{E8C15478-AFBD-4BC2-BEC5-458668CFCC6B}" destId="{11C4C2DF-B3F5-457D-AE5F-2C341C31BB90}" srcOrd="2" destOrd="0" parTransId="{1BB03A69-CD44-4150-AC61-C3C60617FE74}" sibTransId="{0AA3941D-EB86-459A-BC91-76ACBE3D5387}"/>
    <dgm:cxn modelId="{857E07AD-9113-41AA-9C7D-1DB9B711AFD5}" type="presParOf" srcId="{F4FCCB87-C0B2-4EF7-BD4F-63DD6A3FB469}" destId="{676241C4-9087-474F-B260-B825090000DF}" srcOrd="0" destOrd="0" presId="urn:microsoft.com/office/officeart/2005/8/layout/vList2"/>
    <dgm:cxn modelId="{8DBCAEC3-68E3-4E10-82DB-0AB859DDFCC3}" type="presParOf" srcId="{F4FCCB87-C0B2-4EF7-BD4F-63DD6A3FB469}" destId="{8B78281C-8111-4A45-8062-FDCA85B94F5D}" srcOrd="1" destOrd="0" presId="urn:microsoft.com/office/officeart/2005/8/layout/vList2"/>
    <dgm:cxn modelId="{B4D0D894-8AB2-40FC-B67C-59D39B219593}" type="presParOf" srcId="{F4FCCB87-C0B2-4EF7-BD4F-63DD6A3FB469}" destId="{46812510-5D1D-4499-B3AA-53A71AE82A9A}" srcOrd="2" destOrd="0" presId="urn:microsoft.com/office/officeart/2005/8/layout/vList2"/>
    <dgm:cxn modelId="{647E8F05-45B7-4EB1-A56B-8274B0521CC2}" type="presParOf" srcId="{F4FCCB87-C0B2-4EF7-BD4F-63DD6A3FB469}" destId="{1E2F6EEC-F9DE-4D9B-B15D-C5EABCA7B035}" srcOrd="3" destOrd="0" presId="urn:microsoft.com/office/officeart/2005/8/layout/vList2"/>
    <dgm:cxn modelId="{8E71B8DA-AC9D-4D84-9BDE-68F426155766}" type="presParOf" srcId="{F4FCCB87-C0B2-4EF7-BD4F-63DD6A3FB469}" destId="{98249C97-C8C5-4C22-A552-5C9C4984D741}" srcOrd="4" destOrd="0" presId="urn:microsoft.com/office/officeart/2005/8/layout/vList2"/>
    <dgm:cxn modelId="{988EEE9E-67FA-4C50-9126-627172E854BE}" type="presParOf" srcId="{F4FCCB87-C0B2-4EF7-BD4F-63DD6A3FB469}" destId="{11E0869B-42A2-438C-8F03-57D5F35DDB68}" srcOrd="5" destOrd="0" presId="urn:microsoft.com/office/officeart/2005/8/layout/vList2"/>
    <dgm:cxn modelId="{D3863D60-34B1-456E-9688-FFA2FA7B2A84}" type="presParOf" srcId="{F4FCCB87-C0B2-4EF7-BD4F-63DD6A3FB469}" destId="{4ED976E5-B8C2-4D5B-95C1-0DFB862EA3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C9CE9F-5986-45C6-AFC4-02B7F2D0898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91507C-9505-4C0A-9057-CF68843F7299}">
      <dgm:prSet/>
      <dgm:spPr/>
      <dgm:t>
        <a:bodyPr/>
        <a:lstStyle/>
        <a:p>
          <a:r>
            <a:rPr lang="en-US" b="1"/>
            <a:t>Periodic Execution:</a:t>
          </a:r>
          <a:r>
            <a:rPr lang="en-US"/>
            <a:t> Runs every T seconds.</a:t>
          </a:r>
        </a:p>
      </dgm:t>
    </dgm:pt>
    <dgm:pt modelId="{31C92601-3F78-4B72-98D2-81B9AD7499CF}" type="parTrans" cxnId="{D1BB1325-1891-4448-859F-21505E7DAD80}">
      <dgm:prSet/>
      <dgm:spPr/>
      <dgm:t>
        <a:bodyPr/>
        <a:lstStyle/>
        <a:p>
          <a:endParaRPr lang="en-US"/>
        </a:p>
      </dgm:t>
    </dgm:pt>
    <dgm:pt modelId="{DD71DE98-6A1F-443B-9588-6425BC50E76F}" type="sibTrans" cxnId="{D1BB1325-1891-4448-859F-21505E7DAD80}">
      <dgm:prSet/>
      <dgm:spPr/>
      <dgm:t>
        <a:bodyPr/>
        <a:lstStyle/>
        <a:p>
          <a:endParaRPr lang="en-US"/>
        </a:p>
      </dgm:t>
    </dgm:pt>
    <dgm:pt modelId="{7AFF5824-D034-4651-857B-8A15AB4AB3A6}">
      <dgm:prSet/>
      <dgm:spPr/>
      <dgm:t>
        <a:bodyPr/>
        <a:lstStyle/>
        <a:p>
          <a:r>
            <a:rPr lang="en-GB" b="1"/>
            <a:t>Step-by-Step:</a:t>
          </a:r>
          <a:endParaRPr lang="en-US"/>
        </a:p>
      </dgm:t>
    </dgm:pt>
    <dgm:pt modelId="{A931AA7B-F633-4427-A812-FD29A86FEAE0}" type="parTrans" cxnId="{89B3BBEC-F7E2-45BC-978E-F3100EA4E6C3}">
      <dgm:prSet/>
      <dgm:spPr/>
      <dgm:t>
        <a:bodyPr/>
        <a:lstStyle/>
        <a:p>
          <a:endParaRPr lang="en-US"/>
        </a:p>
      </dgm:t>
    </dgm:pt>
    <dgm:pt modelId="{51A10A5D-42FA-4105-957C-9EC9A5CC23A8}" type="sibTrans" cxnId="{89B3BBEC-F7E2-45BC-978E-F3100EA4E6C3}">
      <dgm:prSet/>
      <dgm:spPr/>
      <dgm:t>
        <a:bodyPr/>
        <a:lstStyle/>
        <a:p>
          <a:endParaRPr lang="en-US"/>
        </a:p>
      </dgm:t>
    </dgm:pt>
    <dgm:pt modelId="{55F77AF3-63EE-4095-9522-F3D4EA304CE7}">
      <dgm:prSet/>
      <dgm:spPr/>
      <dgm:t>
        <a:bodyPr/>
        <a:lstStyle/>
        <a:p>
          <a:r>
            <a:rPr lang="en-GB" b="1"/>
            <a:t>Select:</a:t>
          </a:r>
          <a:r>
            <a:rPr lang="en-GB"/>
            <a:t> node A chooses a random peer (Node B) from its member list.</a:t>
          </a:r>
          <a:endParaRPr lang="en-US"/>
        </a:p>
      </dgm:t>
    </dgm:pt>
    <dgm:pt modelId="{CA7B5CA7-8670-42CB-802F-2E24CD0AF912}" type="parTrans" cxnId="{07D975FD-5161-49DA-B725-67B1378DAB00}">
      <dgm:prSet/>
      <dgm:spPr/>
      <dgm:t>
        <a:bodyPr/>
        <a:lstStyle/>
        <a:p>
          <a:endParaRPr lang="en-US"/>
        </a:p>
      </dgm:t>
    </dgm:pt>
    <dgm:pt modelId="{28663BE7-0941-4171-AB98-B0C59B786E6A}" type="sibTrans" cxnId="{07D975FD-5161-49DA-B725-67B1378DAB00}">
      <dgm:prSet/>
      <dgm:spPr/>
      <dgm:t>
        <a:bodyPr/>
        <a:lstStyle/>
        <a:p>
          <a:endParaRPr lang="en-US"/>
        </a:p>
      </dgm:t>
    </dgm:pt>
    <dgm:pt modelId="{190029AC-21D0-4869-85E1-844640172710}">
      <dgm:prSet/>
      <dgm:spPr/>
      <dgm:t>
        <a:bodyPr/>
        <a:lstStyle/>
        <a:p>
          <a:r>
            <a:rPr lang="en-GB" b="1"/>
            <a:t>Send:</a:t>
          </a:r>
          <a:r>
            <a:rPr lang="en-GB"/>
            <a:t> node A sends its state (or a digest/hash of data).</a:t>
          </a:r>
          <a:endParaRPr lang="en-US"/>
        </a:p>
      </dgm:t>
    </dgm:pt>
    <dgm:pt modelId="{2782085C-F4A2-4F68-92B8-A2D3F23FFFF1}" type="parTrans" cxnId="{8A4F919F-12F4-4B5D-8A2A-FF6D32F82C5E}">
      <dgm:prSet/>
      <dgm:spPr/>
      <dgm:t>
        <a:bodyPr/>
        <a:lstStyle/>
        <a:p>
          <a:endParaRPr lang="en-US"/>
        </a:p>
      </dgm:t>
    </dgm:pt>
    <dgm:pt modelId="{E302D4C3-6F55-43C8-BF38-956EFF2923D5}" type="sibTrans" cxnId="{8A4F919F-12F4-4B5D-8A2A-FF6D32F82C5E}">
      <dgm:prSet/>
      <dgm:spPr/>
      <dgm:t>
        <a:bodyPr/>
        <a:lstStyle/>
        <a:p>
          <a:endParaRPr lang="en-US"/>
        </a:p>
      </dgm:t>
    </dgm:pt>
    <dgm:pt modelId="{67906B02-1DB0-4EC0-8204-FF801EB37C1F}">
      <dgm:prSet/>
      <dgm:spPr/>
      <dgm:t>
        <a:bodyPr/>
        <a:lstStyle/>
        <a:p>
          <a:r>
            <a:rPr lang="en-GB" b="1"/>
            <a:t>Receive/Merge:</a:t>
          </a:r>
          <a:r>
            <a:rPr lang="en-GB"/>
            <a:t> node B compares the received state with its own.</a:t>
          </a:r>
          <a:endParaRPr lang="en-US"/>
        </a:p>
      </dgm:t>
    </dgm:pt>
    <dgm:pt modelId="{C3721328-8D6E-4142-8BD9-53A487A75ACB}" type="parTrans" cxnId="{40D1E6CD-F58F-483C-A9CD-187009171D13}">
      <dgm:prSet/>
      <dgm:spPr/>
      <dgm:t>
        <a:bodyPr/>
        <a:lstStyle/>
        <a:p>
          <a:endParaRPr lang="en-US"/>
        </a:p>
      </dgm:t>
    </dgm:pt>
    <dgm:pt modelId="{28696661-00CF-4F05-94F9-0F2AAF20EC29}" type="sibTrans" cxnId="{40D1E6CD-F58F-483C-A9CD-187009171D13}">
      <dgm:prSet/>
      <dgm:spPr/>
      <dgm:t>
        <a:bodyPr/>
        <a:lstStyle/>
        <a:p>
          <a:endParaRPr lang="en-US"/>
        </a:p>
      </dgm:t>
    </dgm:pt>
    <dgm:pt modelId="{D465C904-CBD8-4D53-BEB9-6220A4A681D4}">
      <dgm:prSet/>
      <dgm:spPr/>
      <dgm:t>
        <a:bodyPr/>
        <a:lstStyle/>
        <a:p>
          <a:r>
            <a:rPr lang="en-GB" b="1"/>
            <a:t>Update:</a:t>
          </a:r>
          <a:r>
            <a:rPr lang="en-GB"/>
            <a:t> both nodes update to the most recent version.</a:t>
          </a:r>
          <a:endParaRPr lang="en-US"/>
        </a:p>
      </dgm:t>
    </dgm:pt>
    <dgm:pt modelId="{B96558C4-9070-4989-8BEA-222A4C6E7623}" type="parTrans" cxnId="{68E7E433-DB44-4A9D-90C0-3FDD96B48DFF}">
      <dgm:prSet/>
      <dgm:spPr/>
      <dgm:t>
        <a:bodyPr/>
        <a:lstStyle/>
        <a:p>
          <a:endParaRPr lang="en-US"/>
        </a:p>
      </dgm:t>
    </dgm:pt>
    <dgm:pt modelId="{547330D9-1289-4388-B579-B7BEB16DE171}" type="sibTrans" cxnId="{68E7E433-DB44-4A9D-90C0-3FDD96B48DFF}">
      <dgm:prSet/>
      <dgm:spPr/>
      <dgm:t>
        <a:bodyPr/>
        <a:lstStyle/>
        <a:p>
          <a:endParaRPr lang="en-US"/>
        </a:p>
      </dgm:t>
    </dgm:pt>
    <dgm:pt modelId="{1EB669C4-9126-4C27-AA9F-91EC9582A490}" type="pres">
      <dgm:prSet presAssocID="{9EC9CE9F-5986-45C6-AFC4-02B7F2D08987}" presName="linear" presStyleCnt="0">
        <dgm:presLayoutVars>
          <dgm:animLvl val="lvl"/>
          <dgm:resizeHandles val="exact"/>
        </dgm:presLayoutVars>
      </dgm:prSet>
      <dgm:spPr/>
    </dgm:pt>
    <dgm:pt modelId="{5A529A2F-79E1-40A1-A2FF-1DA50BDA2358}" type="pres">
      <dgm:prSet presAssocID="{E191507C-9505-4C0A-9057-CF68843F729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A83C53-0033-4067-9433-D52FC9201B98}" type="pres">
      <dgm:prSet presAssocID="{DD71DE98-6A1F-443B-9588-6425BC50E76F}" presName="spacer" presStyleCnt="0"/>
      <dgm:spPr/>
    </dgm:pt>
    <dgm:pt modelId="{6DAC056A-3BAB-4FD9-AF19-D2FB3956E93D}" type="pres">
      <dgm:prSet presAssocID="{7AFF5824-D034-4651-857B-8A15AB4AB3A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4BDA204-F1D5-42C1-B7E3-D747F3A49121}" type="pres">
      <dgm:prSet presAssocID="{7AFF5824-D034-4651-857B-8A15AB4AB3A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12D7501-86AA-4A31-91D5-ACB40AFBFF8B}" type="presOf" srcId="{190029AC-21D0-4869-85E1-844640172710}" destId="{24BDA204-F1D5-42C1-B7E3-D747F3A49121}" srcOrd="0" destOrd="1" presId="urn:microsoft.com/office/officeart/2005/8/layout/vList2"/>
    <dgm:cxn modelId="{D1BB1325-1891-4448-859F-21505E7DAD80}" srcId="{9EC9CE9F-5986-45C6-AFC4-02B7F2D08987}" destId="{E191507C-9505-4C0A-9057-CF68843F7299}" srcOrd="0" destOrd="0" parTransId="{31C92601-3F78-4B72-98D2-81B9AD7499CF}" sibTransId="{DD71DE98-6A1F-443B-9588-6425BC50E76F}"/>
    <dgm:cxn modelId="{68E7E433-DB44-4A9D-90C0-3FDD96B48DFF}" srcId="{7AFF5824-D034-4651-857B-8A15AB4AB3A6}" destId="{D465C904-CBD8-4D53-BEB9-6220A4A681D4}" srcOrd="3" destOrd="0" parTransId="{B96558C4-9070-4989-8BEA-222A4C6E7623}" sibTransId="{547330D9-1289-4388-B579-B7BEB16DE171}"/>
    <dgm:cxn modelId="{7BD19A3A-BEBE-418F-B3B6-D4409E316AFA}" type="presOf" srcId="{E191507C-9505-4C0A-9057-CF68843F7299}" destId="{5A529A2F-79E1-40A1-A2FF-1DA50BDA2358}" srcOrd="0" destOrd="0" presId="urn:microsoft.com/office/officeart/2005/8/layout/vList2"/>
    <dgm:cxn modelId="{5C5C3C5C-163A-459E-9F05-54B3EAB873C7}" type="presOf" srcId="{67906B02-1DB0-4EC0-8204-FF801EB37C1F}" destId="{24BDA204-F1D5-42C1-B7E3-D747F3A49121}" srcOrd="0" destOrd="2" presId="urn:microsoft.com/office/officeart/2005/8/layout/vList2"/>
    <dgm:cxn modelId="{FF002F44-AD9B-40F3-A8E3-E67F3B3E8CA6}" type="presOf" srcId="{9EC9CE9F-5986-45C6-AFC4-02B7F2D08987}" destId="{1EB669C4-9126-4C27-AA9F-91EC9582A490}" srcOrd="0" destOrd="0" presId="urn:microsoft.com/office/officeart/2005/8/layout/vList2"/>
    <dgm:cxn modelId="{302CE468-54F3-4EAA-936B-574EAB6622AE}" type="presOf" srcId="{7AFF5824-D034-4651-857B-8A15AB4AB3A6}" destId="{6DAC056A-3BAB-4FD9-AF19-D2FB3956E93D}" srcOrd="0" destOrd="0" presId="urn:microsoft.com/office/officeart/2005/8/layout/vList2"/>
    <dgm:cxn modelId="{1DF90C80-C98F-4149-A815-66A28A4AA600}" type="presOf" srcId="{D465C904-CBD8-4D53-BEB9-6220A4A681D4}" destId="{24BDA204-F1D5-42C1-B7E3-D747F3A49121}" srcOrd="0" destOrd="3" presId="urn:microsoft.com/office/officeart/2005/8/layout/vList2"/>
    <dgm:cxn modelId="{8A4F919F-12F4-4B5D-8A2A-FF6D32F82C5E}" srcId="{7AFF5824-D034-4651-857B-8A15AB4AB3A6}" destId="{190029AC-21D0-4869-85E1-844640172710}" srcOrd="1" destOrd="0" parTransId="{2782085C-F4A2-4F68-92B8-A2D3F23FFFF1}" sibTransId="{E302D4C3-6F55-43C8-BF38-956EFF2923D5}"/>
    <dgm:cxn modelId="{40D1E6CD-F58F-483C-A9CD-187009171D13}" srcId="{7AFF5824-D034-4651-857B-8A15AB4AB3A6}" destId="{67906B02-1DB0-4EC0-8204-FF801EB37C1F}" srcOrd="2" destOrd="0" parTransId="{C3721328-8D6E-4142-8BD9-53A487A75ACB}" sibTransId="{28696661-00CF-4F05-94F9-0F2AAF20EC29}"/>
    <dgm:cxn modelId="{C166B7E4-AAD6-4FB4-B5BE-5C9E5819BF67}" type="presOf" srcId="{55F77AF3-63EE-4095-9522-F3D4EA304CE7}" destId="{24BDA204-F1D5-42C1-B7E3-D747F3A49121}" srcOrd="0" destOrd="0" presId="urn:microsoft.com/office/officeart/2005/8/layout/vList2"/>
    <dgm:cxn modelId="{89B3BBEC-F7E2-45BC-978E-F3100EA4E6C3}" srcId="{9EC9CE9F-5986-45C6-AFC4-02B7F2D08987}" destId="{7AFF5824-D034-4651-857B-8A15AB4AB3A6}" srcOrd="1" destOrd="0" parTransId="{A931AA7B-F633-4427-A812-FD29A86FEAE0}" sibTransId="{51A10A5D-42FA-4105-957C-9EC9A5CC23A8}"/>
    <dgm:cxn modelId="{07D975FD-5161-49DA-B725-67B1378DAB00}" srcId="{7AFF5824-D034-4651-857B-8A15AB4AB3A6}" destId="{55F77AF3-63EE-4095-9522-F3D4EA304CE7}" srcOrd="0" destOrd="0" parTransId="{CA7B5CA7-8670-42CB-802F-2E24CD0AF912}" sibTransId="{28663BE7-0941-4171-AB98-B0C59B786E6A}"/>
    <dgm:cxn modelId="{F13AAEDC-32F5-4B7C-92EC-337ACA8CC88B}" type="presParOf" srcId="{1EB669C4-9126-4C27-AA9F-91EC9582A490}" destId="{5A529A2F-79E1-40A1-A2FF-1DA50BDA2358}" srcOrd="0" destOrd="0" presId="urn:microsoft.com/office/officeart/2005/8/layout/vList2"/>
    <dgm:cxn modelId="{4A1923D0-F0DC-48DF-BF9B-395A5E2C7B6E}" type="presParOf" srcId="{1EB669C4-9126-4C27-AA9F-91EC9582A490}" destId="{0BA83C53-0033-4067-9433-D52FC9201B98}" srcOrd="1" destOrd="0" presId="urn:microsoft.com/office/officeart/2005/8/layout/vList2"/>
    <dgm:cxn modelId="{D2146CED-7F74-4F5B-97E4-03E4F0561166}" type="presParOf" srcId="{1EB669C4-9126-4C27-AA9F-91EC9582A490}" destId="{6DAC056A-3BAB-4FD9-AF19-D2FB3956E93D}" srcOrd="2" destOrd="0" presId="urn:microsoft.com/office/officeart/2005/8/layout/vList2"/>
    <dgm:cxn modelId="{640703F5-E810-4202-9BBA-4469EB9BE6F4}" type="presParOf" srcId="{1EB669C4-9126-4C27-AA9F-91EC9582A490}" destId="{24BDA204-F1D5-42C1-B7E3-D747F3A4912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2AE6C6-83F2-4CD0-AA66-733C0BB424E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79ACB9-55BF-4D5D-9B89-CE1790DA41D9}">
      <dgm:prSet/>
      <dgm:spPr/>
      <dgm:t>
        <a:bodyPr/>
        <a:lstStyle/>
        <a:p>
          <a:r>
            <a:rPr lang="en-GB" b="1"/>
            <a:t>Rumor Mongering (Dissemination):</a:t>
          </a:r>
          <a:endParaRPr lang="en-US"/>
        </a:p>
      </dgm:t>
    </dgm:pt>
    <dgm:pt modelId="{28E2B7A6-591B-4508-AED5-7CFB5A838D72}" type="parTrans" cxnId="{61F7A3A4-009E-4C25-966D-035215D809EB}">
      <dgm:prSet/>
      <dgm:spPr/>
      <dgm:t>
        <a:bodyPr/>
        <a:lstStyle/>
        <a:p>
          <a:endParaRPr lang="en-US"/>
        </a:p>
      </dgm:t>
    </dgm:pt>
    <dgm:pt modelId="{FB482F6D-A744-4E95-ACD6-4A9A54861BBA}" type="sibTrans" cxnId="{61F7A3A4-009E-4C25-966D-035215D809EB}">
      <dgm:prSet/>
      <dgm:spPr/>
      <dgm:t>
        <a:bodyPr/>
        <a:lstStyle/>
        <a:p>
          <a:endParaRPr lang="en-US"/>
        </a:p>
      </dgm:t>
    </dgm:pt>
    <dgm:pt modelId="{36FCD13F-E551-49D8-8DBE-89439D8F48F7}">
      <dgm:prSet/>
      <dgm:spPr/>
      <dgm:t>
        <a:bodyPr/>
        <a:lstStyle/>
        <a:p>
          <a:r>
            <a:rPr lang="en-GB"/>
            <a:t>Used for broadcasting new events.</a:t>
          </a:r>
          <a:endParaRPr lang="en-US"/>
        </a:p>
      </dgm:t>
    </dgm:pt>
    <dgm:pt modelId="{32732CB6-F5E8-4188-9D68-EC756B62186B}" type="parTrans" cxnId="{8A48E87B-AB56-4D30-B092-18FCC11160A0}">
      <dgm:prSet/>
      <dgm:spPr/>
      <dgm:t>
        <a:bodyPr/>
        <a:lstStyle/>
        <a:p>
          <a:endParaRPr lang="en-US"/>
        </a:p>
      </dgm:t>
    </dgm:pt>
    <dgm:pt modelId="{CAEF862D-6FB6-4F90-AA8A-045848676222}" type="sibTrans" cxnId="{8A48E87B-AB56-4D30-B092-18FCC11160A0}">
      <dgm:prSet/>
      <dgm:spPr/>
      <dgm:t>
        <a:bodyPr/>
        <a:lstStyle/>
        <a:p>
          <a:endParaRPr lang="en-US"/>
        </a:p>
      </dgm:t>
    </dgm:pt>
    <dgm:pt modelId="{DC05A167-D90B-4C85-B0CF-F4932477551E}">
      <dgm:prSet/>
      <dgm:spPr/>
      <dgm:t>
        <a:bodyPr/>
        <a:lstStyle/>
        <a:p>
          <a:r>
            <a:rPr lang="en-GB"/>
            <a:t>The “rumor” becomes “hot” and spreads fast, then stops when everyone knows it.</a:t>
          </a:r>
          <a:endParaRPr lang="en-US"/>
        </a:p>
      </dgm:t>
    </dgm:pt>
    <dgm:pt modelId="{DE7048D5-AA9D-45CE-BFE2-0C5B73A25FCE}" type="parTrans" cxnId="{5F2C8259-D635-4E86-8C3C-74DE7DE97ECF}">
      <dgm:prSet/>
      <dgm:spPr/>
      <dgm:t>
        <a:bodyPr/>
        <a:lstStyle/>
        <a:p>
          <a:endParaRPr lang="en-US"/>
        </a:p>
      </dgm:t>
    </dgm:pt>
    <dgm:pt modelId="{76FDC102-A94B-440A-9C5F-B04A5E3586E9}" type="sibTrans" cxnId="{5F2C8259-D635-4E86-8C3C-74DE7DE97ECF}">
      <dgm:prSet/>
      <dgm:spPr/>
      <dgm:t>
        <a:bodyPr/>
        <a:lstStyle/>
        <a:p>
          <a:endParaRPr lang="en-US"/>
        </a:p>
      </dgm:t>
    </dgm:pt>
    <dgm:pt modelId="{D4D1C7BA-1259-4028-824A-98CFC5D586A8}">
      <dgm:prSet/>
      <dgm:spPr/>
      <dgm:t>
        <a:bodyPr/>
        <a:lstStyle/>
        <a:p>
          <a:r>
            <a:rPr lang="en-GB" b="1"/>
            <a:t>Anti-Entropy (Synchronization):</a:t>
          </a:r>
          <a:endParaRPr lang="en-US"/>
        </a:p>
      </dgm:t>
    </dgm:pt>
    <dgm:pt modelId="{14E750DC-CFE6-4FD0-99A9-B9002954F352}" type="parTrans" cxnId="{DEE8BE84-4C56-472B-B4F8-AA2554B2764F}">
      <dgm:prSet/>
      <dgm:spPr/>
      <dgm:t>
        <a:bodyPr/>
        <a:lstStyle/>
        <a:p>
          <a:endParaRPr lang="en-US"/>
        </a:p>
      </dgm:t>
    </dgm:pt>
    <dgm:pt modelId="{E8CF4865-D64A-4B71-8FD2-43453DE1A5B6}" type="sibTrans" cxnId="{DEE8BE84-4C56-472B-B4F8-AA2554B2764F}">
      <dgm:prSet/>
      <dgm:spPr/>
      <dgm:t>
        <a:bodyPr/>
        <a:lstStyle/>
        <a:p>
          <a:endParaRPr lang="en-US"/>
        </a:p>
      </dgm:t>
    </dgm:pt>
    <dgm:pt modelId="{448EEE83-E5AA-48DC-9387-A10C465DFA4D}">
      <dgm:prSet/>
      <dgm:spPr/>
      <dgm:t>
        <a:bodyPr/>
        <a:lstStyle/>
        <a:p>
          <a:r>
            <a:rPr lang="en-GB"/>
            <a:t>Used for repairing inconsistent data (background maintenance).</a:t>
          </a:r>
          <a:endParaRPr lang="en-US"/>
        </a:p>
      </dgm:t>
    </dgm:pt>
    <dgm:pt modelId="{5346E80E-3CAF-429D-B89D-F6EBA8563B71}" type="parTrans" cxnId="{99C6BFC4-89D1-4C3D-BDD0-A492FF987EA9}">
      <dgm:prSet/>
      <dgm:spPr/>
      <dgm:t>
        <a:bodyPr/>
        <a:lstStyle/>
        <a:p>
          <a:endParaRPr lang="en-US"/>
        </a:p>
      </dgm:t>
    </dgm:pt>
    <dgm:pt modelId="{36DA81B1-C5B5-41FD-8B84-06EA9B0B9738}" type="sibTrans" cxnId="{99C6BFC4-89D1-4C3D-BDD0-A492FF987EA9}">
      <dgm:prSet/>
      <dgm:spPr/>
      <dgm:t>
        <a:bodyPr/>
        <a:lstStyle/>
        <a:p>
          <a:endParaRPr lang="en-US"/>
        </a:p>
      </dgm:t>
    </dgm:pt>
    <dgm:pt modelId="{21AC1E56-067A-420E-8B90-83FBBD9CC303}">
      <dgm:prSet/>
      <dgm:spPr/>
      <dgm:t>
        <a:bodyPr/>
        <a:lstStyle/>
        <a:p>
          <a:r>
            <a:rPr lang="en-GB"/>
            <a:t>Nodes compare databases to find missing data and sync up.</a:t>
          </a:r>
          <a:endParaRPr lang="en-US"/>
        </a:p>
      </dgm:t>
    </dgm:pt>
    <dgm:pt modelId="{35BBD0A3-BD89-4AE2-83E2-9F70884F49DD}" type="parTrans" cxnId="{3C89F80D-C137-46C4-8A94-EC1DA1359F95}">
      <dgm:prSet/>
      <dgm:spPr/>
      <dgm:t>
        <a:bodyPr/>
        <a:lstStyle/>
        <a:p>
          <a:endParaRPr lang="en-US"/>
        </a:p>
      </dgm:t>
    </dgm:pt>
    <dgm:pt modelId="{C264165A-FA75-4B11-9125-085C20558BDE}" type="sibTrans" cxnId="{3C89F80D-C137-46C4-8A94-EC1DA1359F95}">
      <dgm:prSet/>
      <dgm:spPr/>
      <dgm:t>
        <a:bodyPr/>
        <a:lstStyle/>
        <a:p>
          <a:endParaRPr lang="en-US"/>
        </a:p>
      </dgm:t>
    </dgm:pt>
    <dgm:pt modelId="{BAC6CC91-C434-4C9C-9ABC-39489726B262}">
      <dgm:prSet/>
      <dgm:spPr/>
      <dgm:t>
        <a:bodyPr/>
        <a:lstStyle/>
        <a:p>
          <a:r>
            <a:rPr lang="en-US"/>
            <a:t>Guarantees </a:t>
          </a:r>
          <a:r>
            <a:rPr lang="en-US" b="1"/>
            <a:t>Eventual Consistency</a:t>
          </a:r>
          <a:r>
            <a:rPr lang="en-US"/>
            <a:t>.</a:t>
          </a:r>
        </a:p>
      </dgm:t>
    </dgm:pt>
    <dgm:pt modelId="{A24C9242-86C5-44E2-9345-9BFEA9431B49}" type="parTrans" cxnId="{A7FC6483-C60F-4756-98C5-C23DE36D3DF0}">
      <dgm:prSet/>
      <dgm:spPr/>
      <dgm:t>
        <a:bodyPr/>
        <a:lstStyle/>
        <a:p>
          <a:endParaRPr lang="en-US"/>
        </a:p>
      </dgm:t>
    </dgm:pt>
    <dgm:pt modelId="{491CF64E-5098-4E42-B0CF-6000AEA465ED}" type="sibTrans" cxnId="{A7FC6483-C60F-4756-98C5-C23DE36D3DF0}">
      <dgm:prSet/>
      <dgm:spPr/>
      <dgm:t>
        <a:bodyPr/>
        <a:lstStyle/>
        <a:p>
          <a:endParaRPr lang="en-US"/>
        </a:p>
      </dgm:t>
    </dgm:pt>
    <dgm:pt modelId="{55051FA2-185C-487D-B624-9C0CA94A033C}" type="pres">
      <dgm:prSet presAssocID="{932AE6C6-83F2-4CD0-AA66-733C0BB424EE}" presName="linear" presStyleCnt="0">
        <dgm:presLayoutVars>
          <dgm:animLvl val="lvl"/>
          <dgm:resizeHandles val="exact"/>
        </dgm:presLayoutVars>
      </dgm:prSet>
      <dgm:spPr/>
    </dgm:pt>
    <dgm:pt modelId="{51C6FD0B-8F60-44A8-AE86-780BA0D90F54}" type="pres">
      <dgm:prSet presAssocID="{8C79ACB9-55BF-4D5D-9B89-CE1790DA41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3B89D49-D641-492D-AB4F-DDF73BB93DB0}" type="pres">
      <dgm:prSet presAssocID="{8C79ACB9-55BF-4D5D-9B89-CE1790DA41D9}" presName="childText" presStyleLbl="revTx" presStyleIdx="0" presStyleCnt="2">
        <dgm:presLayoutVars>
          <dgm:bulletEnabled val="1"/>
        </dgm:presLayoutVars>
      </dgm:prSet>
      <dgm:spPr/>
    </dgm:pt>
    <dgm:pt modelId="{F96856FF-6F17-4BCA-B6A8-0E639D72FDA5}" type="pres">
      <dgm:prSet presAssocID="{D4D1C7BA-1259-4028-824A-98CFC5D586A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EABD31-BD5A-4FE6-B41E-EA43218F30D1}" type="pres">
      <dgm:prSet presAssocID="{D4D1C7BA-1259-4028-824A-98CFC5D586A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C89F80D-C137-46C4-8A94-EC1DA1359F95}" srcId="{D4D1C7BA-1259-4028-824A-98CFC5D586A8}" destId="{21AC1E56-067A-420E-8B90-83FBBD9CC303}" srcOrd="1" destOrd="0" parTransId="{35BBD0A3-BD89-4AE2-83E2-9F70884F49DD}" sibTransId="{C264165A-FA75-4B11-9125-085C20558BDE}"/>
    <dgm:cxn modelId="{3D1B880E-B079-4233-A701-B37EEF884D1F}" type="presOf" srcId="{8C79ACB9-55BF-4D5D-9B89-CE1790DA41D9}" destId="{51C6FD0B-8F60-44A8-AE86-780BA0D90F54}" srcOrd="0" destOrd="0" presId="urn:microsoft.com/office/officeart/2005/8/layout/vList2"/>
    <dgm:cxn modelId="{4FC8041E-5C21-456A-A847-99858DC1D2A1}" type="presOf" srcId="{36FCD13F-E551-49D8-8DBE-89439D8F48F7}" destId="{73B89D49-D641-492D-AB4F-DDF73BB93DB0}" srcOrd="0" destOrd="0" presId="urn:microsoft.com/office/officeart/2005/8/layout/vList2"/>
    <dgm:cxn modelId="{0FB0D02D-AF7C-4BED-8EF6-E0FC2D2EDA77}" type="presOf" srcId="{448EEE83-E5AA-48DC-9387-A10C465DFA4D}" destId="{64EABD31-BD5A-4FE6-B41E-EA43218F30D1}" srcOrd="0" destOrd="0" presId="urn:microsoft.com/office/officeart/2005/8/layout/vList2"/>
    <dgm:cxn modelId="{F9F36859-21A0-4256-8F55-A5928D658A90}" type="presOf" srcId="{D4D1C7BA-1259-4028-824A-98CFC5D586A8}" destId="{F96856FF-6F17-4BCA-B6A8-0E639D72FDA5}" srcOrd="0" destOrd="0" presId="urn:microsoft.com/office/officeart/2005/8/layout/vList2"/>
    <dgm:cxn modelId="{5F2C8259-D635-4E86-8C3C-74DE7DE97ECF}" srcId="{8C79ACB9-55BF-4D5D-9B89-CE1790DA41D9}" destId="{DC05A167-D90B-4C85-B0CF-F4932477551E}" srcOrd="1" destOrd="0" parTransId="{DE7048D5-AA9D-45CE-BFE2-0C5B73A25FCE}" sibTransId="{76FDC102-A94B-440A-9C5F-B04A5E3586E9}"/>
    <dgm:cxn modelId="{8A48E87B-AB56-4D30-B092-18FCC11160A0}" srcId="{8C79ACB9-55BF-4D5D-9B89-CE1790DA41D9}" destId="{36FCD13F-E551-49D8-8DBE-89439D8F48F7}" srcOrd="0" destOrd="0" parTransId="{32732CB6-F5E8-4188-9D68-EC756B62186B}" sibTransId="{CAEF862D-6FB6-4F90-AA8A-045848676222}"/>
    <dgm:cxn modelId="{A7FC6483-C60F-4756-98C5-C23DE36D3DF0}" srcId="{D4D1C7BA-1259-4028-824A-98CFC5D586A8}" destId="{BAC6CC91-C434-4C9C-9ABC-39489726B262}" srcOrd="2" destOrd="0" parTransId="{A24C9242-86C5-44E2-9345-9BFEA9431B49}" sibTransId="{491CF64E-5098-4E42-B0CF-6000AEA465ED}"/>
    <dgm:cxn modelId="{07C28E84-0338-4C8B-9570-8646A3A65CD4}" type="presOf" srcId="{DC05A167-D90B-4C85-B0CF-F4932477551E}" destId="{73B89D49-D641-492D-AB4F-DDF73BB93DB0}" srcOrd="0" destOrd="1" presId="urn:microsoft.com/office/officeart/2005/8/layout/vList2"/>
    <dgm:cxn modelId="{DEE8BE84-4C56-472B-B4F8-AA2554B2764F}" srcId="{932AE6C6-83F2-4CD0-AA66-733C0BB424EE}" destId="{D4D1C7BA-1259-4028-824A-98CFC5D586A8}" srcOrd="1" destOrd="0" parTransId="{14E750DC-CFE6-4FD0-99A9-B9002954F352}" sibTransId="{E8CF4865-D64A-4B71-8FD2-43453DE1A5B6}"/>
    <dgm:cxn modelId="{113A4E9C-3197-404C-B548-EC0790E68F79}" type="presOf" srcId="{BAC6CC91-C434-4C9C-9ABC-39489726B262}" destId="{64EABD31-BD5A-4FE6-B41E-EA43218F30D1}" srcOrd="0" destOrd="2" presId="urn:microsoft.com/office/officeart/2005/8/layout/vList2"/>
    <dgm:cxn modelId="{61F7A3A4-009E-4C25-966D-035215D809EB}" srcId="{932AE6C6-83F2-4CD0-AA66-733C0BB424EE}" destId="{8C79ACB9-55BF-4D5D-9B89-CE1790DA41D9}" srcOrd="0" destOrd="0" parTransId="{28E2B7A6-591B-4508-AED5-7CFB5A838D72}" sibTransId="{FB482F6D-A744-4E95-ACD6-4A9A54861BBA}"/>
    <dgm:cxn modelId="{99C6BFC4-89D1-4C3D-BDD0-A492FF987EA9}" srcId="{D4D1C7BA-1259-4028-824A-98CFC5D586A8}" destId="{448EEE83-E5AA-48DC-9387-A10C465DFA4D}" srcOrd="0" destOrd="0" parTransId="{5346E80E-3CAF-429D-B89D-F6EBA8563B71}" sibTransId="{36DA81B1-C5B5-41FD-8B84-06EA9B0B9738}"/>
    <dgm:cxn modelId="{7F51F0D8-8DCE-4627-979A-E7FD9118BC86}" type="presOf" srcId="{21AC1E56-067A-420E-8B90-83FBBD9CC303}" destId="{64EABD31-BD5A-4FE6-B41E-EA43218F30D1}" srcOrd="0" destOrd="1" presId="urn:microsoft.com/office/officeart/2005/8/layout/vList2"/>
    <dgm:cxn modelId="{78101CE7-F941-45B1-8339-D98356CE703F}" type="presOf" srcId="{932AE6C6-83F2-4CD0-AA66-733C0BB424EE}" destId="{55051FA2-185C-487D-B624-9C0CA94A033C}" srcOrd="0" destOrd="0" presId="urn:microsoft.com/office/officeart/2005/8/layout/vList2"/>
    <dgm:cxn modelId="{6F01F2EB-3B61-4517-B5BA-A2BCC58C1D71}" type="presParOf" srcId="{55051FA2-185C-487D-B624-9C0CA94A033C}" destId="{51C6FD0B-8F60-44A8-AE86-780BA0D90F54}" srcOrd="0" destOrd="0" presId="urn:microsoft.com/office/officeart/2005/8/layout/vList2"/>
    <dgm:cxn modelId="{5089AAE5-82D0-4299-BB49-F744DC3086CB}" type="presParOf" srcId="{55051FA2-185C-487D-B624-9C0CA94A033C}" destId="{73B89D49-D641-492D-AB4F-DDF73BB93DB0}" srcOrd="1" destOrd="0" presId="urn:microsoft.com/office/officeart/2005/8/layout/vList2"/>
    <dgm:cxn modelId="{8A8F6562-FEAF-40C1-BF3A-6FAD155BD6CA}" type="presParOf" srcId="{55051FA2-185C-487D-B624-9C0CA94A033C}" destId="{F96856FF-6F17-4BCA-B6A8-0E639D72FDA5}" srcOrd="2" destOrd="0" presId="urn:microsoft.com/office/officeart/2005/8/layout/vList2"/>
    <dgm:cxn modelId="{50803ABE-8270-4EB5-8B22-4518B750D168}" type="presParOf" srcId="{55051FA2-185C-487D-B624-9C0CA94A033C}" destId="{64EABD31-BD5A-4FE6-B41E-EA43218F30D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DF86CF-7823-4C1A-95B8-9EB459D255F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A50DF1-4871-412D-A7D4-B21212FF7AFF}">
      <dgm:prSet/>
      <dgm:spPr/>
      <dgm:t>
        <a:bodyPr/>
        <a:lstStyle/>
        <a:p>
          <a:r>
            <a:rPr lang="en-GB" b="1"/>
            <a:t>Push:</a:t>
          </a:r>
          <a:r>
            <a:rPr lang="en-GB"/>
            <a:t> node A sends data to B.</a:t>
          </a:r>
          <a:endParaRPr lang="en-US"/>
        </a:p>
      </dgm:t>
    </dgm:pt>
    <dgm:pt modelId="{646F8C45-A1A4-4A57-AFB6-EA2F739FE342}" type="parTrans" cxnId="{9C27AEE5-1FD0-4974-B9AA-DECE063538FE}">
      <dgm:prSet/>
      <dgm:spPr/>
      <dgm:t>
        <a:bodyPr/>
        <a:lstStyle/>
        <a:p>
          <a:endParaRPr lang="en-US"/>
        </a:p>
      </dgm:t>
    </dgm:pt>
    <dgm:pt modelId="{0CEA9ED0-3905-4370-807C-87E76A3FF818}" type="sibTrans" cxnId="{9C27AEE5-1FD0-4974-B9AA-DECE063538FE}">
      <dgm:prSet/>
      <dgm:spPr/>
      <dgm:t>
        <a:bodyPr/>
        <a:lstStyle/>
        <a:p>
          <a:endParaRPr lang="en-US"/>
        </a:p>
      </dgm:t>
    </dgm:pt>
    <dgm:pt modelId="{FD66C742-AA55-4941-9836-3012152CA30F}">
      <dgm:prSet/>
      <dgm:spPr/>
      <dgm:t>
        <a:bodyPr/>
        <a:lstStyle/>
        <a:p>
          <a:r>
            <a:rPr lang="en-GB"/>
            <a:t>Best for spreading updates quickly when they are fresh.</a:t>
          </a:r>
          <a:endParaRPr lang="en-US"/>
        </a:p>
      </dgm:t>
    </dgm:pt>
    <dgm:pt modelId="{50DFB7B9-899D-424E-AFA8-1CE7922F8409}" type="parTrans" cxnId="{ECC7E8F9-6E93-4435-944D-FC477015A2BC}">
      <dgm:prSet/>
      <dgm:spPr/>
      <dgm:t>
        <a:bodyPr/>
        <a:lstStyle/>
        <a:p>
          <a:endParaRPr lang="en-US"/>
        </a:p>
      </dgm:t>
    </dgm:pt>
    <dgm:pt modelId="{3EF68B6B-2845-4B5C-817F-42D38D4E51D7}" type="sibTrans" cxnId="{ECC7E8F9-6E93-4435-944D-FC477015A2BC}">
      <dgm:prSet/>
      <dgm:spPr/>
      <dgm:t>
        <a:bodyPr/>
        <a:lstStyle/>
        <a:p>
          <a:endParaRPr lang="en-US"/>
        </a:p>
      </dgm:t>
    </dgm:pt>
    <dgm:pt modelId="{323F7F94-3AC2-4AAE-A828-DEA1EAE9FB24}">
      <dgm:prSet/>
      <dgm:spPr/>
      <dgm:t>
        <a:bodyPr/>
        <a:lstStyle/>
        <a:p>
          <a:r>
            <a:rPr lang="en-GB" b="1"/>
            <a:t>Pull:</a:t>
          </a:r>
          <a:r>
            <a:rPr lang="en-GB"/>
            <a:t> node A asks B, “What do you have that I don’t?”.</a:t>
          </a:r>
          <a:endParaRPr lang="en-US"/>
        </a:p>
      </dgm:t>
    </dgm:pt>
    <dgm:pt modelId="{62F3AF58-BED8-440B-93AA-1C08B9027823}" type="parTrans" cxnId="{615CD54E-A680-44D7-BDA4-603A4EF362B9}">
      <dgm:prSet/>
      <dgm:spPr/>
      <dgm:t>
        <a:bodyPr/>
        <a:lstStyle/>
        <a:p>
          <a:endParaRPr lang="en-US"/>
        </a:p>
      </dgm:t>
    </dgm:pt>
    <dgm:pt modelId="{1F8910D5-4FC0-4C13-99AE-5CB525E199B8}" type="sibTrans" cxnId="{615CD54E-A680-44D7-BDA4-603A4EF362B9}">
      <dgm:prSet/>
      <dgm:spPr/>
      <dgm:t>
        <a:bodyPr/>
        <a:lstStyle/>
        <a:p>
          <a:endParaRPr lang="en-US"/>
        </a:p>
      </dgm:t>
    </dgm:pt>
    <dgm:pt modelId="{680500D8-EFDE-4CC8-A768-ED2B12FCDCF9}">
      <dgm:prSet/>
      <dgm:spPr/>
      <dgm:t>
        <a:bodyPr/>
        <a:lstStyle/>
        <a:p>
          <a:r>
            <a:rPr lang="en-GB"/>
            <a:t>Best when the system is mostly synchronized (avoids sending redundant data).</a:t>
          </a:r>
          <a:endParaRPr lang="en-US"/>
        </a:p>
      </dgm:t>
    </dgm:pt>
    <dgm:pt modelId="{ABB61CD7-8C1B-456B-AB4A-EA10AEAD45EC}" type="parTrans" cxnId="{5B3E8746-271A-4B2C-B4A6-C15D884F2EE8}">
      <dgm:prSet/>
      <dgm:spPr/>
      <dgm:t>
        <a:bodyPr/>
        <a:lstStyle/>
        <a:p>
          <a:endParaRPr lang="en-US"/>
        </a:p>
      </dgm:t>
    </dgm:pt>
    <dgm:pt modelId="{CC108B8B-2087-4F6A-8D0D-ADF25921F890}" type="sibTrans" cxnId="{5B3E8746-271A-4B2C-B4A6-C15D884F2EE8}">
      <dgm:prSet/>
      <dgm:spPr/>
      <dgm:t>
        <a:bodyPr/>
        <a:lstStyle/>
        <a:p>
          <a:endParaRPr lang="en-US"/>
        </a:p>
      </dgm:t>
    </dgm:pt>
    <dgm:pt modelId="{A383D486-B2EE-4685-8DE1-552DDD6A7A45}">
      <dgm:prSet/>
      <dgm:spPr/>
      <dgm:t>
        <a:bodyPr/>
        <a:lstStyle/>
        <a:p>
          <a:r>
            <a:rPr lang="en-GB" b="1"/>
            <a:t>Push-Pull:</a:t>
          </a:r>
          <a:r>
            <a:rPr lang="en-GB"/>
            <a:t> A sends digest, B requests missing parts, A sends data</a:t>
          </a:r>
          <a:r>
            <a:rPr lang="en-US"/>
            <a:t>.</a:t>
          </a:r>
        </a:p>
      </dgm:t>
    </dgm:pt>
    <dgm:pt modelId="{09F705C3-FDC6-45EB-8364-923600C589E2}" type="parTrans" cxnId="{BDB6B291-E1F7-405B-983F-7312CF9B43B6}">
      <dgm:prSet/>
      <dgm:spPr/>
      <dgm:t>
        <a:bodyPr/>
        <a:lstStyle/>
        <a:p>
          <a:endParaRPr lang="en-US"/>
        </a:p>
      </dgm:t>
    </dgm:pt>
    <dgm:pt modelId="{0D02ACC6-291C-4114-85A6-5FF644154D19}" type="sibTrans" cxnId="{BDB6B291-E1F7-405B-983F-7312CF9B43B6}">
      <dgm:prSet/>
      <dgm:spPr/>
      <dgm:t>
        <a:bodyPr/>
        <a:lstStyle/>
        <a:p>
          <a:endParaRPr lang="en-US"/>
        </a:p>
      </dgm:t>
    </dgm:pt>
    <dgm:pt modelId="{DC14E6C3-BDDA-4402-877E-91EBE9CFAB86}">
      <dgm:prSet/>
      <dgm:spPr/>
      <dgm:t>
        <a:bodyPr/>
        <a:lstStyle/>
        <a:p>
          <a:r>
            <a:rPr lang="en-GB"/>
            <a:t>Most efficient convergence time</a:t>
          </a:r>
          <a:r>
            <a:rPr lang="en-US"/>
            <a:t>: O(log N).</a:t>
          </a:r>
        </a:p>
      </dgm:t>
    </dgm:pt>
    <dgm:pt modelId="{5D0B4196-74A3-4D01-863A-BC6E3F7E70C3}" type="parTrans" cxnId="{C2E05376-EEA8-4511-88F1-077D2CBAB067}">
      <dgm:prSet/>
      <dgm:spPr/>
      <dgm:t>
        <a:bodyPr/>
        <a:lstStyle/>
        <a:p>
          <a:endParaRPr lang="en-US"/>
        </a:p>
      </dgm:t>
    </dgm:pt>
    <dgm:pt modelId="{D7952265-CC89-4F15-AF3A-365107A464CD}" type="sibTrans" cxnId="{C2E05376-EEA8-4511-88F1-077D2CBAB067}">
      <dgm:prSet/>
      <dgm:spPr/>
      <dgm:t>
        <a:bodyPr/>
        <a:lstStyle/>
        <a:p>
          <a:endParaRPr lang="en-US"/>
        </a:p>
      </dgm:t>
    </dgm:pt>
    <dgm:pt modelId="{D3B6C582-1D15-4C4C-9BF3-194295EFDCC7}" type="pres">
      <dgm:prSet presAssocID="{90DF86CF-7823-4C1A-95B8-9EB459D255F9}" presName="linear" presStyleCnt="0">
        <dgm:presLayoutVars>
          <dgm:animLvl val="lvl"/>
          <dgm:resizeHandles val="exact"/>
        </dgm:presLayoutVars>
      </dgm:prSet>
      <dgm:spPr/>
    </dgm:pt>
    <dgm:pt modelId="{E41164A9-61EE-4C89-954E-7AC6D21AACE4}" type="pres">
      <dgm:prSet presAssocID="{D5A50DF1-4871-412D-A7D4-B21212FF7A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900C93-6250-440B-8ADD-5A88112C828F}" type="pres">
      <dgm:prSet presAssocID="{D5A50DF1-4871-412D-A7D4-B21212FF7AFF}" presName="childText" presStyleLbl="revTx" presStyleIdx="0" presStyleCnt="3">
        <dgm:presLayoutVars>
          <dgm:bulletEnabled val="1"/>
        </dgm:presLayoutVars>
      </dgm:prSet>
      <dgm:spPr/>
    </dgm:pt>
    <dgm:pt modelId="{83F0BF78-6C40-4C16-81D2-8CEE39CBF640}" type="pres">
      <dgm:prSet presAssocID="{323F7F94-3AC2-4AAE-A828-DEA1EAE9FB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DB7B14-C117-426A-BC46-7E51432C7200}" type="pres">
      <dgm:prSet presAssocID="{323F7F94-3AC2-4AAE-A828-DEA1EAE9FB24}" presName="childText" presStyleLbl="revTx" presStyleIdx="1" presStyleCnt="3">
        <dgm:presLayoutVars>
          <dgm:bulletEnabled val="1"/>
        </dgm:presLayoutVars>
      </dgm:prSet>
      <dgm:spPr/>
    </dgm:pt>
    <dgm:pt modelId="{94C0B762-72B6-4CC6-8438-B899BF71A64A}" type="pres">
      <dgm:prSet presAssocID="{A383D486-B2EE-4685-8DE1-552DDD6A7A4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FD64966-620F-46AD-8F47-475A429F5F95}" type="pres">
      <dgm:prSet presAssocID="{A383D486-B2EE-4685-8DE1-552DDD6A7A4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413E500-1476-4DA6-AA69-763E1BA949CC}" type="presOf" srcId="{DC14E6C3-BDDA-4402-877E-91EBE9CFAB86}" destId="{BFD64966-620F-46AD-8F47-475A429F5F95}" srcOrd="0" destOrd="0" presId="urn:microsoft.com/office/officeart/2005/8/layout/vList2"/>
    <dgm:cxn modelId="{C2EC9308-3135-478E-9968-16FEE55F646B}" type="presOf" srcId="{90DF86CF-7823-4C1A-95B8-9EB459D255F9}" destId="{D3B6C582-1D15-4C4C-9BF3-194295EFDCC7}" srcOrd="0" destOrd="0" presId="urn:microsoft.com/office/officeart/2005/8/layout/vList2"/>
    <dgm:cxn modelId="{5B3E8746-271A-4B2C-B4A6-C15D884F2EE8}" srcId="{323F7F94-3AC2-4AAE-A828-DEA1EAE9FB24}" destId="{680500D8-EFDE-4CC8-A768-ED2B12FCDCF9}" srcOrd="0" destOrd="0" parTransId="{ABB61CD7-8C1B-456B-AB4A-EA10AEAD45EC}" sibTransId="{CC108B8B-2087-4F6A-8D0D-ADF25921F890}"/>
    <dgm:cxn modelId="{C8125C68-981B-4DC9-9F04-6372C0B64781}" type="presOf" srcId="{A383D486-B2EE-4685-8DE1-552DDD6A7A45}" destId="{94C0B762-72B6-4CC6-8438-B899BF71A64A}" srcOrd="0" destOrd="0" presId="urn:microsoft.com/office/officeart/2005/8/layout/vList2"/>
    <dgm:cxn modelId="{615CD54E-A680-44D7-BDA4-603A4EF362B9}" srcId="{90DF86CF-7823-4C1A-95B8-9EB459D255F9}" destId="{323F7F94-3AC2-4AAE-A828-DEA1EAE9FB24}" srcOrd="1" destOrd="0" parTransId="{62F3AF58-BED8-440B-93AA-1C08B9027823}" sibTransId="{1F8910D5-4FC0-4C13-99AE-5CB525E199B8}"/>
    <dgm:cxn modelId="{6AA4F674-E5FE-4338-9B5E-DEAAB3947BBD}" type="presOf" srcId="{323F7F94-3AC2-4AAE-A828-DEA1EAE9FB24}" destId="{83F0BF78-6C40-4C16-81D2-8CEE39CBF640}" srcOrd="0" destOrd="0" presId="urn:microsoft.com/office/officeart/2005/8/layout/vList2"/>
    <dgm:cxn modelId="{C2E05376-EEA8-4511-88F1-077D2CBAB067}" srcId="{A383D486-B2EE-4685-8DE1-552DDD6A7A45}" destId="{DC14E6C3-BDDA-4402-877E-91EBE9CFAB86}" srcOrd="0" destOrd="0" parTransId="{5D0B4196-74A3-4D01-863A-BC6E3F7E70C3}" sibTransId="{D7952265-CC89-4F15-AF3A-365107A464CD}"/>
    <dgm:cxn modelId="{26BB9F89-6CEA-4A4B-A6E5-1CEA64B8A409}" type="presOf" srcId="{D5A50DF1-4871-412D-A7D4-B21212FF7AFF}" destId="{E41164A9-61EE-4C89-954E-7AC6D21AACE4}" srcOrd="0" destOrd="0" presId="urn:microsoft.com/office/officeart/2005/8/layout/vList2"/>
    <dgm:cxn modelId="{BDB6B291-E1F7-405B-983F-7312CF9B43B6}" srcId="{90DF86CF-7823-4C1A-95B8-9EB459D255F9}" destId="{A383D486-B2EE-4685-8DE1-552DDD6A7A45}" srcOrd="2" destOrd="0" parTransId="{09F705C3-FDC6-45EB-8364-923600C589E2}" sibTransId="{0D02ACC6-291C-4114-85A6-5FF644154D19}"/>
    <dgm:cxn modelId="{4CAD72B2-61E4-482F-A3CB-37427CF03519}" type="presOf" srcId="{680500D8-EFDE-4CC8-A768-ED2B12FCDCF9}" destId="{59DB7B14-C117-426A-BC46-7E51432C7200}" srcOrd="0" destOrd="0" presId="urn:microsoft.com/office/officeart/2005/8/layout/vList2"/>
    <dgm:cxn modelId="{E26FF4D1-697A-4549-9E96-85E5363F4174}" type="presOf" srcId="{FD66C742-AA55-4941-9836-3012152CA30F}" destId="{14900C93-6250-440B-8ADD-5A88112C828F}" srcOrd="0" destOrd="0" presId="urn:microsoft.com/office/officeart/2005/8/layout/vList2"/>
    <dgm:cxn modelId="{9C27AEE5-1FD0-4974-B9AA-DECE063538FE}" srcId="{90DF86CF-7823-4C1A-95B8-9EB459D255F9}" destId="{D5A50DF1-4871-412D-A7D4-B21212FF7AFF}" srcOrd="0" destOrd="0" parTransId="{646F8C45-A1A4-4A57-AFB6-EA2F739FE342}" sibTransId="{0CEA9ED0-3905-4370-807C-87E76A3FF818}"/>
    <dgm:cxn modelId="{ECC7E8F9-6E93-4435-944D-FC477015A2BC}" srcId="{D5A50DF1-4871-412D-A7D4-B21212FF7AFF}" destId="{FD66C742-AA55-4941-9836-3012152CA30F}" srcOrd="0" destOrd="0" parTransId="{50DFB7B9-899D-424E-AFA8-1CE7922F8409}" sibTransId="{3EF68B6B-2845-4B5C-817F-42D38D4E51D7}"/>
    <dgm:cxn modelId="{BCE3D563-B522-4008-BC54-37DD154CA6E7}" type="presParOf" srcId="{D3B6C582-1D15-4C4C-9BF3-194295EFDCC7}" destId="{E41164A9-61EE-4C89-954E-7AC6D21AACE4}" srcOrd="0" destOrd="0" presId="urn:microsoft.com/office/officeart/2005/8/layout/vList2"/>
    <dgm:cxn modelId="{7AFC8F1E-44AE-402A-A478-C1F1EA359D2E}" type="presParOf" srcId="{D3B6C582-1D15-4C4C-9BF3-194295EFDCC7}" destId="{14900C93-6250-440B-8ADD-5A88112C828F}" srcOrd="1" destOrd="0" presId="urn:microsoft.com/office/officeart/2005/8/layout/vList2"/>
    <dgm:cxn modelId="{5CA0FC77-FB9C-4C9F-AF96-D33724688137}" type="presParOf" srcId="{D3B6C582-1D15-4C4C-9BF3-194295EFDCC7}" destId="{83F0BF78-6C40-4C16-81D2-8CEE39CBF640}" srcOrd="2" destOrd="0" presId="urn:microsoft.com/office/officeart/2005/8/layout/vList2"/>
    <dgm:cxn modelId="{DB6ABC09-F942-4E71-8C8F-41AF4D3E8BAA}" type="presParOf" srcId="{D3B6C582-1D15-4C4C-9BF3-194295EFDCC7}" destId="{59DB7B14-C117-426A-BC46-7E51432C7200}" srcOrd="3" destOrd="0" presId="urn:microsoft.com/office/officeart/2005/8/layout/vList2"/>
    <dgm:cxn modelId="{6588B8BC-5A21-441E-9D28-62382632E3B6}" type="presParOf" srcId="{D3B6C582-1D15-4C4C-9BF3-194295EFDCC7}" destId="{94C0B762-72B6-4CC6-8438-B899BF71A64A}" srcOrd="4" destOrd="0" presId="urn:microsoft.com/office/officeart/2005/8/layout/vList2"/>
    <dgm:cxn modelId="{FD538B75-4E8C-4905-AF46-421B4D1E8170}" type="presParOf" srcId="{D3B6C582-1D15-4C4C-9BF3-194295EFDCC7}" destId="{BFD64966-620F-46AD-8F47-475A429F5F9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1A1D6C-26D1-4512-8DC4-E500FE0446E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E8A29A-5CA2-4BEA-B3D5-2ABBC50F91CB}">
      <dgm:prSet/>
      <dgm:spPr/>
      <dgm:t>
        <a:bodyPr/>
        <a:lstStyle/>
        <a:p>
          <a:r>
            <a:rPr lang="en-GB" b="1"/>
            <a:t>The Problem:</a:t>
          </a:r>
          <a:r>
            <a:rPr lang="en-GB"/>
            <a:t> without a central registry, how do we know who is alive?</a:t>
          </a:r>
          <a:endParaRPr lang="en-US"/>
        </a:p>
      </dgm:t>
    </dgm:pt>
    <dgm:pt modelId="{D0D736D6-14EB-4DAC-94AB-E60AA1D616B7}" type="parTrans" cxnId="{590B0E3C-3DDA-4DCF-BD5E-FA79087BD530}">
      <dgm:prSet/>
      <dgm:spPr/>
      <dgm:t>
        <a:bodyPr/>
        <a:lstStyle/>
        <a:p>
          <a:endParaRPr lang="en-US"/>
        </a:p>
      </dgm:t>
    </dgm:pt>
    <dgm:pt modelId="{5269D1B2-7C2B-41FC-9B03-7AA78B75D804}" type="sibTrans" cxnId="{590B0E3C-3DDA-4DCF-BD5E-FA79087BD530}">
      <dgm:prSet/>
      <dgm:spPr/>
      <dgm:t>
        <a:bodyPr/>
        <a:lstStyle/>
        <a:p>
          <a:endParaRPr lang="en-US"/>
        </a:p>
      </dgm:t>
    </dgm:pt>
    <dgm:pt modelId="{6481F281-23C4-46AB-9EE3-5C6A7AA3896D}">
      <dgm:prSet/>
      <dgm:spPr/>
      <dgm:t>
        <a:bodyPr/>
        <a:lstStyle/>
        <a:p>
          <a:r>
            <a:rPr lang="en-GB" b="1"/>
            <a:t>Gossip Solution:</a:t>
          </a:r>
          <a:r>
            <a:rPr lang="en-GB"/>
            <a:t> nodes maintain a list of active members and propagate “heartbeats”</a:t>
          </a:r>
          <a:endParaRPr lang="en-US"/>
        </a:p>
      </dgm:t>
    </dgm:pt>
    <dgm:pt modelId="{7C796EE2-0C19-4D29-8C92-36A5AB7EA479}" type="parTrans" cxnId="{D78BC9AB-64D5-411F-AE63-AFBCA62E3311}">
      <dgm:prSet/>
      <dgm:spPr/>
      <dgm:t>
        <a:bodyPr/>
        <a:lstStyle/>
        <a:p>
          <a:endParaRPr lang="en-US"/>
        </a:p>
      </dgm:t>
    </dgm:pt>
    <dgm:pt modelId="{69C45A37-ED00-4028-94AD-45A2D4549A44}" type="sibTrans" cxnId="{D78BC9AB-64D5-411F-AE63-AFBCA62E3311}">
      <dgm:prSet/>
      <dgm:spPr/>
      <dgm:t>
        <a:bodyPr/>
        <a:lstStyle/>
        <a:p>
          <a:endParaRPr lang="en-US"/>
        </a:p>
      </dgm:t>
    </dgm:pt>
    <dgm:pt modelId="{E4EBA15A-9BB3-4C39-8DB8-D4BBFDDBFDAB}">
      <dgm:prSet/>
      <dgm:spPr/>
      <dgm:t>
        <a:bodyPr/>
        <a:lstStyle/>
        <a:p>
          <a:r>
            <a:rPr lang="en-GB" b="1"/>
            <a:t>Failure Detection:</a:t>
          </a:r>
          <a:endParaRPr lang="en-US"/>
        </a:p>
      </dgm:t>
    </dgm:pt>
    <dgm:pt modelId="{919D7281-AF87-4A36-892E-D9292E9CC5DA}" type="parTrans" cxnId="{DB9D43CC-0DC0-490D-8E40-F00193F61A6E}">
      <dgm:prSet/>
      <dgm:spPr/>
      <dgm:t>
        <a:bodyPr/>
        <a:lstStyle/>
        <a:p>
          <a:endParaRPr lang="en-US"/>
        </a:p>
      </dgm:t>
    </dgm:pt>
    <dgm:pt modelId="{5ED26616-4E71-4BFF-B124-47160DEF52F3}" type="sibTrans" cxnId="{DB9D43CC-0DC0-490D-8E40-F00193F61A6E}">
      <dgm:prSet/>
      <dgm:spPr/>
      <dgm:t>
        <a:bodyPr/>
        <a:lstStyle/>
        <a:p>
          <a:endParaRPr lang="en-US"/>
        </a:p>
      </dgm:t>
    </dgm:pt>
    <dgm:pt modelId="{5541E313-D285-4BF6-8379-80F74C4BBAD5}">
      <dgm:prSet/>
      <dgm:spPr/>
      <dgm:t>
        <a:bodyPr/>
        <a:lstStyle/>
        <a:p>
          <a:r>
            <a:rPr lang="en-GB"/>
            <a:t>If Node A hasn't received a heartbeat update about Node B for a threshold time, it marks B as “suspect” or “dead”.</a:t>
          </a:r>
          <a:endParaRPr lang="en-US"/>
        </a:p>
      </dgm:t>
    </dgm:pt>
    <dgm:pt modelId="{A95FDA9C-D60C-4882-A8D5-A7F4B7BE8E77}" type="parTrans" cxnId="{9DFCBF36-EB08-4551-981C-8DD41D3FF261}">
      <dgm:prSet/>
      <dgm:spPr/>
      <dgm:t>
        <a:bodyPr/>
        <a:lstStyle/>
        <a:p>
          <a:endParaRPr lang="en-US"/>
        </a:p>
      </dgm:t>
    </dgm:pt>
    <dgm:pt modelId="{9F646BA8-96D2-468F-ACB2-A8E1D847B904}" type="sibTrans" cxnId="{9DFCBF36-EB08-4551-981C-8DD41D3FF261}">
      <dgm:prSet/>
      <dgm:spPr/>
      <dgm:t>
        <a:bodyPr/>
        <a:lstStyle/>
        <a:p>
          <a:endParaRPr lang="en-US"/>
        </a:p>
      </dgm:t>
    </dgm:pt>
    <dgm:pt modelId="{502EE23A-0644-4FCD-B966-B1A09BFC9486}">
      <dgm:prSet/>
      <dgm:spPr/>
      <dgm:t>
        <a:bodyPr/>
        <a:lstStyle/>
        <a:p>
          <a:r>
            <a:rPr lang="en-GB" b="1"/>
            <a:t>Phi Accrual Failure Detector:</a:t>
          </a:r>
          <a:r>
            <a:rPr lang="en-GB"/>
            <a:t> calculates the probability of failure instead of a hard timeout (adapts to network slowness).</a:t>
          </a:r>
          <a:endParaRPr lang="en-US"/>
        </a:p>
      </dgm:t>
    </dgm:pt>
    <dgm:pt modelId="{34536B59-9C00-4187-8475-E4251BE8B632}" type="parTrans" cxnId="{F36B0B79-3285-4104-985A-7AE7D3211CBB}">
      <dgm:prSet/>
      <dgm:spPr/>
      <dgm:t>
        <a:bodyPr/>
        <a:lstStyle/>
        <a:p>
          <a:endParaRPr lang="en-US"/>
        </a:p>
      </dgm:t>
    </dgm:pt>
    <dgm:pt modelId="{F3F8BD06-6A02-4072-8EFD-9314683D4E25}" type="sibTrans" cxnId="{F36B0B79-3285-4104-985A-7AE7D3211CBB}">
      <dgm:prSet/>
      <dgm:spPr/>
      <dgm:t>
        <a:bodyPr/>
        <a:lstStyle/>
        <a:p>
          <a:endParaRPr lang="en-US"/>
        </a:p>
      </dgm:t>
    </dgm:pt>
    <dgm:pt modelId="{FFF59379-1C58-4276-8E16-C4EDC2BB679F}" type="pres">
      <dgm:prSet presAssocID="{951A1D6C-26D1-4512-8DC4-E500FE0446E8}" presName="linear" presStyleCnt="0">
        <dgm:presLayoutVars>
          <dgm:animLvl val="lvl"/>
          <dgm:resizeHandles val="exact"/>
        </dgm:presLayoutVars>
      </dgm:prSet>
      <dgm:spPr/>
    </dgm:pt>
    <dgm:pt modelId="{2C9BA81E-419F-4834-B18B-2480FE73669A}" type="pres">
      <dgm:prSet presAssocID="{87E8A29A-5CA2-4BEA-B3D5-2ABBC50F91C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2A364A-FA02-4151-A2AC-2277567725CA}" type="pres">
      <dgm:prSet presAssocID="{5269D1B2-7C2B-41FC-9B03-7AA78B75D804}" presName="spacer" presStyleCnt="0"/>
      <dgm:spPr/>
    </dgm:pt>
    <dgm:pt modelId="{AB757019-4248-4256-9084-D3CCEB3BAB72}" type="pres">
      <dgm:prSet presAssocID="{6481F281-23C4-46AB-9EE3-5C6A7AA3896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7D48F6-D098-41A3-BCA3-503D6DDED72F}" type="pres">
      <dgm:prSet presAssocID="{69C45A37-ED00-4028-94AD-45A2D4549A44}" presName="spacer" presStyleCnt="0"/>
      <dgm:spPr/>
    </dgm:pt>
    <dgm:pt modelId="{CFF1BD45-969B-4DCC-B9E8-19636001E2CD}" type="pres">
      <dgm:prSet presAssocID="{E4EBA15A-9BB3-4C39-8DB8-D4BBFDDBFDA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1548621-2E33-43AE-89B9-99D0BF3DF4B7}" type="pres">
      <dgm:prSet presAssocID="{E4EBA15A-9BB3-4C39-8DB8-D4BBFDDBFDA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41B1A2C-E83A-46EC-ABEE-552C5869887E}" type="presOf" srcId="{87E8A29A-5CA2-4BEA-B3D5-2ABBC50F91CB}" destId="{2C9BA81E-419F-4834-B18B-2480FE73669A}" srcOrd="0" destOrd="0" presId="urn:microsoft.com/office/officeart/2005/8/layout/vList2"/>
    <dgm:cxn modelId="{13B31A30-257E-4EA8-B353-F93BEA07C183}" type="presOf" srcId="{951A1D6C-26D1-4512-8DC4-E500FE0446E8}" destId="{FFF59379-1C58-4276-8E16-C4EDC2BB679F}" srcOrd="0" destOrd="0" presId="urn:microsoft.com/office/officeart/2005/8/layout/vList2"/>
    <dgm:cxn modelId="{9DFCBF36-EB08-4551-981C-8DD41D3FF261}" srcId="{E4EBA15A-9BB3-4C39-8DB8-D4BBFDDBFDAB}" destId="{5541E313-D285-4BF6-8379-80F74C4BBAD5}" srcOrd="0" destOrd="0" parTransId="{A95FDA9C-D60C-4882-A8D5-A7F4B7BE8E77}" sibTransId="{9F646BA8-96D2-468F-ACB2-A8E1D847B904}"/>
    <dgm:cxn modelId="{590B0E3C-3DDA-4DCF-BD5E-FA79087BD530}" srcId="{951A1D6C-26D1-4512-8DC4-E500FE0446E8}" destId="{87E8A29A-5CA2-4BEA-B3D5-2ABBC50F91CB}" srcOrd="0" destOrd="0" parTransId="{D0D736D6-14EB-4DAC-94AB-E60AA1D616B7}" sibTransId="{5269D1B2-7C2B-41FC-9B03-7AA78B75D804}"/>
    <dgm:cxn modelId="{BF142D3C-66BE-4A9A-9C03-1EF59568775F}" type="presOf" srcId="{5541E313-D285-4BF6-8379-80F74C4BBAD5}" destId="{41548621-2E33-43AE-89B9-99D0BF3DF4B7}" srcOrd="0" destOrd="0" presId="urn:microsoft.com/office/officeart/2005/8/layout/vList2"/>
    <dgm:cxn modelId="{8ACC5E70-2A92-4357-825A-F47F1B5BA20D}" type="presOf" srcId="{502EE23A-0644-4FCD-B966-B1A09BFC9486}" destId="{41548621-2E33-43AE-89B9-99D0BF3DF4B7}" srcOrd="0" destOrd="1" presId="urn:microsoft.com/office/officeart/2005/8/layout/vList2"/>
    <dgm:cxn modelId="{F36B0B79-3285-4104-985A-7AE7D3211CBB}" srcId="{E4EBA15A-9BB3-4C39-8DB8-D4BBFDDBFDAB}" destId="{502EE23A-0644-4FCD-B966-B1A09BFC9486}" srcOrd="1" destOrd="0" parTransId="{34536B59-9C00-4187-8475-E4251BE8B632}" sibTransId="{F3F8BD06-6A02-4072-8EFD-9314683D4E25}"/>
    <dgm:cxn modelId="{B9E5C97D-3282-43B7-887C-63D891D46407}" type="presOf" srcId="{E4EBA15A-9BB3-4C39-8DB8-D4BBFDDBFDAB}" destId="{CFF1BD45-969B-4DCC-B9E8-19636001E2CD}" srcOrd="0" destOrd="0" presId="urn:microsoft.com/office/officeart/2005/8/layout/vList2"/>
    <dgm:cxn modelId="{02016BA2-3537-47FE-BA5D-9C523C9C7AD0}" type="presOf" srcId="{6481F281-23C4-46AB-9EE3-5C6A7AA3896D}" destId="{AB757019-4248-4256-9084-D3CCEB3BAB72}" srcOrd="0" destOrd="0" presId="urn:microsoft.com/office/officeart/2005/8/layout/vList2"/>
    <dgm:cxn modelId="{D78BC9AB-64D5-411F-AE63-AFBCA62E3311}" srcId="{951A1D6C-26D1-4512-8DC4-E500FE0446E8}" destId="{6481F281-23C4-46AB-9EE3-5C6A7AA3896D}" srcOrd="1" destOrd="0" parTransId="{7C796EE2-0C19-4D29-8C92-36A5AB7EA479}" sibTransId="{69C45A37-ED00-4028-94AD-45A2D4549A44}"/>
    <dgm:cxn modelId="{DB9D43CC-0DC0-490D-8E40-F00193F61A6E}" srcId="{951A1D6C-26D1-4512-8DC4-E500FE0446E8}" destId="{E4EBA15A-9BB3-4C39-8DB8-D4BBFDDBFDAB}" srcOrd="2" destOrd="0" parTransId="{919D7281-AF87-4A36-892E-D9292E9CC5DA}" sibTransId="{5ED26616-4E71-4BFF-B124-47160DEF52F3}"/>
    <dgm:cxn modelId="{D96C1544-1045-4234-A95F-3A578D6A0209}" type="presParOf" srcId="{FFF59379-1C58-4276-8E16-C4EDC2BB679F}" destId="{2C9BA81E-419F-4834-B18B-2480FE73669A}" srcOrd="0" destOrd="0" presId="urn:microsoft.com/office/officeart/2005/8/layout/vList2"/>
    <dgm:cxn modelId="{8F81BD3F-C1C7-4067-87C1-6DD2788070DD}" type="presParOf" srcId="{FFF59379-1C58-4276-8E16-C4EDC2BB679F}" destId="{6B2A364A-FA02-4151-A2AC-2277567725CA}" srcOrd="1" destOrd="0" presId="urn:microsoft.com/office/officeart/2005/8/layout/vList2"/>
    <dgm:cxn modelId="{F0F25CB3-F211-4E44-9BAD-E96C916B45FC}" type="presParOf" srcId="{FFF59379-1C58-4276-8E16-C4EDC2BB679F}" destId="{AB757019-4248-4256-9084-D3CCEB3BAB72}" srcOrd="2" destOrd="0" presId="urn:microsoft.com/office/officeart/2005/8/layout/vList2"/>
    <dgm:cxn modelId="{E227E975-0C9C-41B9-A682-31AA1880C1F6}" type="presParOf" srcId="{FFF59379-1C58-4276-8E16-C4EDC2BB679F}" destId="{517D48F6-D098-41A3-BCA3-503D6DDED72F}" srcOrd="3" destOrd="0" presId="urn:microsoft.com/office/officeart/2005/8/layout/vList2"/>
    <dgm:cxn modelId="{07E6C0B6-052F-402A-A775-7078BA4B788E}" type="presParOf" srcId="{FFF59379-1C58-4276-8E16-C4EDC2BB679F}" destId="{CFF1BD45-969B-4DCC-B9E8-19636001E2CD}" srcOrd="4" destOrd="0" presId="urn:microsoft.com/office/officeart/2005/8/layout/vList2"/>
    <dgm:cxn modelId="{367B8189-DFF7-42A6-956C-0C8F5DA556AE}" type="presParOf" srcId="{FFF59379-1C58-4276-8E16-C4EDC2BB679F}" destId="{41548621-2E33-43AE-89B9-99D0BF3DF4B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E1FC0C-D4C4-4F9C-AE9D-7B54BB1D9AF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E804BC-8A20-4748-9373-44C7E56C3865}">
      <dgm:prSet/>
      <dgm:spPr/>
      <dgm:t>
        <a:bodyPr/>
        <a:lstStyle/>
        <a:p>
          <a:r>
            <a:rPr lang="en-GB" b="1"/>
            <a:t>Scalability:</a:t>
          </a:r>
          <a:r>
            <a:rPr lang="en-GB"/>
            <a:t> network load per node is constant (O(1)), regardless of cluster size (N).</a:t>
          </a:r>
          <a:endParaRPr lang="en-US"/>
        </a:p>
      </dgm:t>
    </dgm:pt>
    <dgm:pt modelId="{21C54E07-8308-4799-B477-4367F730E49C}" type="parTrans" cxnId="{2AB88980-878A-4253-A7E7-1C5CE72D5D84}">
      <dgm:prSet/>
      <dgm:spPr/>
      <dgm:t>
        <a:bodyPr/>
        <a:lstStyle/>
        <a:p>
          <a:endParaRPr lang="en-US"/>
        </a:p>
      </dgm:t>
    </dgm:pt>
    <dgm:pt modelId="{9906507F-8809-42B7-B758-F944615337BE}" type="sibTrans" cxnId="{2AB88980-878A-4253-A7E7-1C5CE72D5D84}">
      <dgm:prSet/>
      <dgm:spPr/>
      <dgm:t>
        <a:bodyPr/>
        <a:lstStyle/>
        <a:p>
          <a:endParaRPr lang="en-US"/>
        </a:p>
      </dgm:t>
    </dgm:pt>
    <dgm:pt modelId="{7ADFBAE5-001B-4214-A75A-9110BFCC6D41}">
      <dgm:prSet/>
      <dgm:spPr/>
      <dgm:t>
        <a:bodyPr/>
        <a:lstStyle/>
        <a:p>
          <a:r>
            <a:rPr lang="en-US" b="1"/>
            <a:t>Convergence Time</a:t>
          </a:r>
          <a:r>
            <a:rPr lang="en-US"/>
            <a:t>: logarithmic (O(log N)).</a:t>
          </a:r>
          <a:r>
            <a:rPr lang="en-GB"/>
            <a:t> Information reaches all nodes very quickly.</a:t>
          </a:r>
          <a:endParaRPr lang="en-US"/>
        </a:p>
      </dgm:t>
    </dgm:pt>
    <dgm:pt modelId="{66001003-AE60-4F15-9884-B22BD73C3C01}" type="parTrans" cxnId="{A9E80CFE-1DAD-475A-9439-25C849A4BB17}">
      <dgm:prSet/>
      <dgm:spPr/>
      <dgm:t>
        <a:bodyPr/>
        <a:lstStyle/>
        <a:p>
          <a:endParaRPr lang="en-US"/>
        </a:p>
      </dgm:t>
    </dgm:pt>
    <dgm:pt modelId="{3C88E978-DD9C-40A4-9360-A8E518CDC43C}" type="sibTrans" cxnId="{A9E80CFE-1DAD-475A-9439-25C849A4BB17}">
      <dgm:prSet/>
      <dgm:spPr/>
      <dgm:t>
        <a:bodyPr/>
        <a:lstStyle/>
        <a:p>
          <a:endParaRPr lang="en-US"/>
        </a:p>
      </dgm:t>
    </dgm:pt>
    <dgm:pt modelId="{7BCAFD3A-D992-4E83-9B02-C0C00C6871F9}">
      <dgm:prSet/>
      <dgm:spPr/>
      <dgm:t>
        <a:bodyPr/>
        <a:lstStyle/>
        <a:p>
          <a:r>
            <a:rPr lang="en-GB" b="1"/>
            <a:t>Robustness:</a:t>
          </a:r>
          <a:r>
            <a:rPr lang="en-GB"/>
            <a:t> high tolerance for packet loss and node failures, no SPOF.</a:t>
          </a:r>
          <a:endParaRPr lang="en-US"/>
        </a:p>
      </dgm:t>
    </dgm:pt>
    <dgm:pt modelId="{B1CE7D67-FFB8-4668-BB9C-16515E61A4DC}" type="parTrans" cxnId="{6CEF56CA-8DAF-423D-AB6E-818136C1B8B1}">
      <dgm:prSet/>
      <dgm:spPr/>
      <dgm:t>
        <a:bodyPr/>
        <a:lstStyle/>
        <a:p>
          <a:endParaRPr lang="en-US"/>
        </a:p>
      </dgm:t>
    </dgm:pt>
    <dgm:pt modelId="{0D62355B-484C-457F-8F1D-6CFADAF5AC28}" type="sibTrans" cxnId="{6CEF56CA-8DAF-423D-AB6E-818136C1B8B1}">
      <dgm:prSet/>
      <dgm:spPr/>
      <dgm:t>
        <a:bodyPr/>
        <a:lstStyle/>
        <a:p>
          <a:endParaRPr lang="en-US"/>
        </a:p>
      </dgm:t>
    </dgm:pt>
    <dgm:pt modelId="{FFD6AF2E-EB2E-4763-BCE6-B71EAB031B0A}" type="pres">
      <dgm:prSet presAssocID="{BFE1FC0C-D4C4-4F9C-AE9D-7B54BB1D9AFE}" presName="linear" presStyleCnt="0">
        <dgm:presLayoutVars>
          <dgm:animLvl val="lvl"/>
          <dgm:resizeHandles val="exact"/>
        </dgm:presLayoutVars>
      </dgm:prSet>
      <dgm:spPr/>
    </dgm:pt>
    <dgm:pt modelId="{A5A156BF-CFDA-4FCA-9483-2E52262A142F}" type="pres">
      <dgm:prSet presAssocID="{EBE804BC-8A20-4748-9373-44C7E56C38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B40304-E4AF-404F-8078-2D2154B6CD5C}" type="pres">
      <dgm:prSet presAssocID="{9906507F-8809-42B7-B758-F944615337BE}" presName="spacer" presStyleCnt="0"/>
      <dgm:spPr/>
    </dgm:pt>
    <dgm:pt modelId="{45CF2011-3900-4600-A5D9-1B45859B0A8A}" type="pres">
      <dgm:prSet presAssocID="{7ADFBAE5-001B-4214-A75A-9110BFCC6D4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96C694-4D26-4D79-AB45-3BBBF609A9B2}" type="pres">
      <dgm:prSet presAssocID="{3C88E978-DD9C-40A4-9360-A8E518CDC43C}" presName="spacer" presStyleCnt="0"/>
      <dgm:spPr/>
    </dgm:pt>
    <dgm:pt modelId="{8DE411C5-C0A7-41AD-B3F3-63FD5684EAF8}" type="pres">
      <dgm:prSet presAssocID="{7BCAFD3A-D992-4E83-9B02-C0C00C6871F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B88980-878A-4253-A7E7-1C5CE72D5D84}" srcId="{BFE1FC0C-D4C4-4F9C-AE9D-7B54BB1D9AFE}" destId="{EBE804BC-8A20-4748-9373-44C7E56C3865}" srcOrd="0" destOrd="0" parTransId="{21C54E07-8308-4799-B477-4367F730E49C}" sibTransId="{9906507F-8809-42B7-B758-F944615337BE}"/>
    <dgm:cxn modelId="{9835199B-603A-450A-BB14-86FFB5333B8E}" type="presOf" srcId="{BFE1FC0C-D4C4-4F9C-AE9D-7B54BB1D9AFE}" destId="{FFD6AF2E-EB2E-4763-BCE6-B71EAB031B0A}" srcOrd="0" destOrd="0" presId="urn:microsoft.com/office/officeart/2005/8/layout/vList2"/>
    <dgm:cxn modelId="{4205629D-6B9D-4B2C-A535-E59B60D2E73E}" type="presOf" srcId="{7ADFBAE5-001B-4214-A75A-9110BFCC6D41}" destId="{45CF2011-3900-4600-A5D9-1B45859B0A8A}" srcOrd="0" destOrd="0" presId="urn:microsoft.com/office/officeart/2005/8/layout/vList2"/>
    <dgm:cxn modelId="{2A3F3FAD-C21F-41E3-9704-C70ADB4B55AD}" type="presOf" srcId="{EBE804BC-8A20-4748-9373-44C7E56C3865}" destId="{A5A156BF-CFDA-4FCA-9483-2E52262A142F}" srcOrd="0" destOrd="0" presId="urn:microsoft.com/office/officeart/2005/8/layout/vList2"/>
    <dgm:cxn modelId="{D663C5C1-6F21-4D53-8465-007B960E8431}" type="presOf" srcId="{7BCAFD3A-D992-4E83-9B02-C0C00C6871F9}" destId="{8DE411C5-C0A7-41AD-B3F3-63FD5684EAF8}" srcOrd="0" destOrd="0" presId="urn:microsoft.com/office/officeart/2005/8/layout/vList2"/>
    <dgm:cxn modelId="{6CEF56CA-8DAF-423D-AB6E-818136C1B8B1}" srcId="{BFE1FC0C-D4C4-4F9C-AE9D-7B54BB1D9AFE}" destId="{7BCAFD3A-D992-4E83-9B02-C0C00C6871F9}" srcOrd="2" destOrd="0" parTransId="{B1CE7D67-FFB8-4668-BB9C-16515E61A4DC}" sibTransId="{0D62355B-484C-457F-8F1D-6CFADAF5AC28}"/>
    <dgm:cxn modelId="{A9E80CFE-1DAD-475A-9439-25C849A4BB17}" srcId="{BFE1FC0C-D4C4-4F9C-AE9D-7B54BB1D9AFE}" destId="{7ADFBAE5-001B-4214-A75A-9110BFCC6D41}" srcOrd="1" destOrd="0" parTransId="{66001003-AE60-4F15-9884-B22BD73C3C01}" sibTransId="{3C88E978-DD9C-40A4-9360-A8E518CDC43C}"/>
    <dgm:cxn modelId="{B57F5153-6074-4F03-97D4-B77BF7B92E81}" type="presParOf" srcId="{FFD6AF2E-EB2E-4763-BCE6-B71EAB031B0A}" destId="{A5A156BF-CFDA-4FCA-9483-2E52262A142F}" srcOrd="0" destOrd="0" presId="urn:microsoft.com/office/officeart/2005/8/layout/vList2"/>
    <dgm:cxn modelId="{07477838-87D7-4D10-803A-F74EF7A81D26}" type="presParOf" srcId="{FFD6AF2E-EB2E-4763-BCE6-B71EAB031B0A}" destId="{5CB40304-E4AF-404F-8078-2D2154B6CD5C}" srcOrd="1" destOrd="0" presId="urn:microsoft.com/office/officeart/2005/8/layout/vList2"/>
    <dgm:cxn modelId="{41E477E7-0158-443D-8D9A-28923B653E5C}" type="presParOf" srcId="{FFD6AF2E-EB2E-4763-BCE6-B71EAB031B0A}" destId="{45CF2011-3900-4600-A5D9-1B45859B0A8A}" srcOrd="2" destOrd="0" presId="urn:microsoft.com/office/officeart/2005/8/layout/vList2"/>
    <dgm:cxn modelId="{7070F254-3E30-498B-BBF9-776FBB544525}" type="presParOf" srcId="{FFD6AF2E-EB2E-4763-BCE6-B71EAB031B0A}" destId="{D396C694-4D26-4D79-AB45-3BBBF609A9B2}" srcOrd="3" destOrd="0" presId="urn:microsoft.com/office/officeart/2005/8/layout/vList2"/>
    <dgm:cxn modelId="{CDE7813D-FEFA-4F3D-AC22-81F91D6AD122}" type="presParOf" srcId="{FFD6AF2E-EB2E-4763-BCE6-B71EAB031B0A}" destId="{8DE411C5-C0A7-41AD-B3F3-63FD5684EAF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F2A24B-FA0F-4B76-BAB8-C2F68F53E7D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DDB08AD-ED41-4B12-AB74-F840F946D89D}">
      <dgm:prSet/>
      <dgm:spPr/>
      <dgm:t>
        <a:bodyPr/>
        <a:lstStyle/>
        <a:p>
          <a:r>
            <a:rPr lang="en-GB" b="1" dirty="0"/>
            <a:t>Apache Cassandra:</a:t>
          </a:r>
          <a:r>
            <a:rPr lang="en-GB" dirty="0"/>
            <a:t> Uses Gossip to discover cluster topology and detect failures.</a:t>
          </a:r>
          <a:endParaRPr lang="en-US" dirty="0"/>
        </a:p>
      </dgm:t>
    </dgm:pt>
    <dgm:pt modelId="{89D8A0AD-0AE6-4B7C-B90A-1386412E1970}" type="parTrans" cxnId="{64BACE25-C722-4411-AA6A-91BEFD9F8553}">
      <dgm:prSet/>
      <dgm:spPr/>
      <dgm:t>
        <a:bodyPr/>
        <a:lstStyle/>
        <a:p>
          <a:endParaRPr lang="en-US"/>
        </a:p>
      </dgm:t>
    </dgm:pt>
    <dgm:pt modelId="{8ECD1483-1321-4B39-9C41-20727729FD01}" type="sibTrans" cxnId="{64BACE25-C722-4411-AA6A-91BEFD9F8553}">
      <dgm:prSet phldrT="01"/>
      <dgm:spPr/>
      <dgm:t>
        <a:bodyPr/>
        <a:lstStyle/>
        <a:p>
          <a:endParaRPr lang="en-US"/>
        </a:p>
      </dgm:t>
    </dgm:pt>
    <dgm:pt modelId="{8CAA8E6A-C05F-4F82-B50C-FB7DB6FE3F6A}">
      <dgm:prSet/>
      <dgm:spPr/>
      <dgm:t>
        <a:bodyPr/>
        <a:lstStyle/>
        <a:p>
          <a:r>
            <a:rPr lang="en-GB" b="1" dirty="0"/>
            <a:t>Amazon S3:</a:t>
          </a:r>
          <a:r>
            <a:rPr lang="en-GB" dirty="0"/>
            <a:t> Uses Gossip to propagate state between massive storage servers.</a:t>
          </a:r>
          <a:endParaRPr lang="en-US" dirty="0"/>
        </a:p>
      </dgm:t>
    </dgm:pt>
    <dgm:pt modelId="{4946E2F9-832E-451C-A3C3-AD5F828A92F8}" type="parTrans" cxnId="{B291BF7D-CBB2-40C4-B6E2-74B5E4DA534E}">
      <dgm:prSet/>
      <dgm:spPr/>
      <dgm:t>
        <a:bodyPr/>
        <a:lstStyle/>
        <a:p>
          <a:endParaRPr lang="en-US"/>
        </a:p>
      </dgm:t>
    </dgm:pt>
    <dgm:pt modelId="{F545A0E2-E808-4485-885C-28C68ED5E0C6}" type="sibTrans" cxnId="{B291BF7D-CBB2-40C4-B6E2-74B5E4DA534E}">
      <dgm:prSet phldrT="02"/>
      <dgm:spPr/>
      <dgm:t>
        <a:bodyPr/>
        <a:lstStyle/>
        <a:p>
          <a:endParaRPr lang="en-US"/>
        </a:p>
      </dgm:t>
    </dgm:pt>
    <dgm:pt modelId="{833AA97B-CC9B-4ED8-9E42-4D595EDBFE5A}">
      <dgm:prSet/>
      <dgm:spPr/>
      <dgm:t>
        <a:bodyPr/>
        <a:lstStyle/>
        <a:p>
          <a:r>
            <a:rPr lang="en-GB" b="1" i="0" dirty="0"/>
            <a:t>Bitcoin:</a:t>
          </a:r>
          <a:r>
            <a:rPr lang="en-GB" b="0" i="0" dirty="0"/>
            <a:t> Uses a gossip-like protocol (flooding) to propagate transactions and blocks to all peers.</a:t>
          </a:r>
          <a:endParaRPr lang="en-US" dirty="0"/>
        </a:p>
      </dgm:t>
    </dgm:pt>
    <dgm:pt modelId="{34583470-CE5D-4ECA-96BA-26D2D9AF1181}" type="parTrans" cxnId="{277C89A4-B93F-4CB4-8284-A4CAB44F4805}">
      <dgm:prSet/>
      <dgm:spPr/>
      <dgm:t>
        <a:bodyPr/>
        <a:lstStyle/>
        <a:p>
          <a:endParaRPr lang="en-US"/>
        </a:p>
      </dgm:t>
    </dgm:pt>
    <dgm:pt modelId="{74D0D788-FAA9-4A59-8457-5F9A3F4C2890}" type="sibTrans" cxnId="{277C89A4-B93F-4CB4-8284-A4CAB44F4805}">
      <dgm:prSet phldrT="03"/>
      <dgm:spPr/>
      <dgm:t>
        <a:bodyPr/>
        <a:lstStyle/>
        <a:p>
          <a:endParaRPr lang="en-US"/>
        </a:p>
      </dgm:t>
    </dgm:pt>
    <dgm:pt modelId="{84B66C67-3E49-4B74-9BB9-DEB906ECE2F2}">
      <dgm:prSet/>
      <dgm:spPr/>
      <dgm:t>
        <a:bodyPr/>
        <a:lstStyle/>
        <a:p>
          <a:r>
            <a:rPr lang="en-GB" b="1" dirty="0"/>
            <a:t>Consul/Serf:</a:t>
          </a:r>
          <a:r>
            <a:rPr lang="en-GB" dirty="0"/>
            <a:t> Service discovery and orchestration tools.</a:t>
          </a:r>
          <a:endParaRPr lang="en-US" dirty="0"/>
        </a:p>
      </dgm:t>
    </dgm:pt>
    <dgm:pt modelId="{694D6E80-A660-4F3E-BCAC-9640EF235BA7}" type="parTrans" cxnId="{0E473CE2-4563-4AF7-9FCB-D7969E30F0B1}">
      <dgm:prSet/>
      <dgm:spPr/>
      <dgm:t>
        <a:bodyPr/>
        <a:lstStyle/>
        <a:p>
          <a:endParaRPr lang="en-US"/>
        </a:p>
      </dgm:t>
    </dgm:pt>
    <dgm:pt modelId="{82A399D5-42D6-4533-972F-38A7B21C6312}" type="sibTrans" cxnId="{0E473CE2-4563-4AF7-9FCB-D7969E30F0B1}">
      <dgm:prSet phldrT="04"/>
      <dgm:spPr/>
      <dgm:t>
        <a:bodyPr/>
        <a:lstStyle/>
        <a:p>
          <a:endParaRPr lang="en-US"/>
        </a:p>
      </dgm:t>
    </dgm:pt>
    <dgm:pt modelId="{46591B10-5798-4BF1-92EA-C1CA2AD4BC65}" type="pres">
      <dgm:prSet presAssocID="{40F2A24B-FA0F-4B76-BAB8-C2F68F53E7D7}" presName="linear" presStyleCnt="0">
        <dgm:presLayoutVars>
          <dgm:animLvl val="lvl"/>
          <dgm:resizeHandles val="exact"/>
        </dgm:presLayoutVars>
      </dgm:prSet>
      <dgm:spPr/>
    </dgm:pt>
    <dgm:pt modelId="{75922A10-B9A9-43AD-AB56-D555A4A2F79D}" type="pres">
      <dgm:prSet presAssocID="{1DDB08AD-ED41-4B12-AB74-F840F946D8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545A49-9A8E-4CA3-86D5-547C21FF58C6}" type="pres">
      <dgm:prSet presAssocID="{8ECD1483-1321-4B39-9C41-20727729FD01}" presName="spacer" presStyleCnt="0"/>
      <dgm:spPr/>
    </dgm:pt>
    <dgm:pt modelId="{389BFBC6-49B4-40C6-BAB7-248812D9601A}" type="pres">
      <dgm:prSet presAssocID="{8CAA8E6A-C05F-4F82-B50C-FB7DB6FE3F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3CF4C1-51B9-45FC-998C-C5AE14A5B7F2}" type="pres">
      <dgm:prSet presAssocID="{F545A0E2-E808-4485-885C-28C68ED5E0C6}" presName="spacer" presStyleCnt="0"/>
      <dgm:spPr/>
    </dgm:pt>
    <dgm:pt modelId="{C8C21DC0-D790-476D-A285-F8AE386FDD6F}" type="pres">
      <dgm:prSet presAssocID="{833AA97B-CC9B-4ED8-9E42-4D595EDBFE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2EDF26-617A-42F1-B717-B31B26F8501D}" type="pres">
      <dgm:prSet presAssocID="{74D0D788-FAA9-4A59-8457-5F9A3F4C2890}" presName="spacer" presStyleCnt="0"/>
      <dgm:spPr/>
    </dgm:pt>
    <dgm:pt modelId="{CFE36DAF-169B-45A0-BB9D-4672D8FCDAEE}" type="pres">
      <dgm:prSet presAssocID="{84B66C67-3E49-4B74-9BB9-DEB906ECE2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BACE25-C722-4411-AA6A-91BEFD9F8553}" srcId="{40F2A24B-FA0F-4B76-BAB8-C2F68F53E7D7}" destId="{1DDB08AD-ED41-4B12-AB74-F840F946D89D}" srcOrd="0" destOrd="0" parTransId="{89D8A0AD-0AE6-4B7C-B90A-1386412E1970}" sibTransId="{8ECD1483-1321-4B39-9C41-20727729FD01}"/>
    <dgm:cxn modelId="{C500D84E-6DEA-4553-8746-354B5BE4C8D0}" type="presOf" srcId="{40F2A24B-FA0F-4B76-BAB8-C2F68F53E7D7}" destId="{46591B10-5798-4BF1-92EA-C1CA2AD4BC65}" srcOrd="0" destOrd="0" presId="urn:microsoft.com/office/officeart/2005/8/layout/vList2"/>
    <dgm:cxn modelId="{ED67CF78-64AB-4EBD-AD5F-83375B5E6A94}" type="presOf" srcId="{1DDB08AD-ED41-4B12-AB74-F840F946D89D}" destId="{75922A10-B9A9-43AD-AB56-D555A4A2F79D}" srcOrd="0" destOrd="0" presId="urn:microsoft.com/office/officeart/2005/8/layout/vList2"/>
    <dgm:cxn modelId="{B291BF7D-CBB2-40C4-B6E2-74B5E4DA534E}" srcId="{40F2A24B-FA0F-4B76-BAB8-C2F68F53E7D7}" destId="{8CAA8E6A-C05F-4F82-B50C-FB7DB6FE3F6A}" srcOrd="1" destOrd="0" parTransId="{4946E2F9-832E-451C-A3C3-AD5F828A92F8}" sibTransId="{F545A0E2-E808-4485-885C-28C68ED5E0C6}"/>
    <dgm:cxn modelId="{BA10DD98-86D1-431F-AE1D-C2EAF033A02D}" type="presOf" srcId="{833AA97B-CC9B-4ED8-9E42-4D595EDBFE5A}" destId="{C8C21DC0-D790-476D-A285-F8AE386FDD6F}" srcOrd="0" destOrd="0" presId="urn:microsoft.com/office/officeart/2005/8/layout/vList2"/>
    <dgm:cxn modelId="{277C89A4-B93F-4CB4-8284-A4CAB44F4805}" srcId="{40F2A24B-FA0F-4B76-BAB8-C2F68F53E7D7}" destId="{833AA97B-CC9B-4ED8-9E42-4D595EDBFE5A}" srcOrd="2" destOrd="0" parTransId="{34583470-CE5D-4ECA-96BA-26D2D9AF1181}" sibTransId="{74D0D788-FAA9-4A59-8457-5F9A3F4C2890}"/>
    <dgm:cxn modelId="{BE2E57AA-E5EA-49B3-8B6B-CD08813E70AC}" type="presOf" srcId="{84B66C67-3E49-4B74-9BB9-DEB906ECE2F2}" destId="{CFE36DAF-169B-45A0-BB9D-4672D8FCDAEE}" srcOrd="0" destOrd="0" presId="urn:microsoft.com/office/officeart/2005/8/layout/vList2"/>
    <dgm:cxn modelId="{0E473CE2-4563-4AF7-9FCB-D7969E30F0B1}" srcId="{40F2A24B-FA0F-4B76-BAB8-C2F68F53E7D7}" destId="{84B66C67-3E49-4B74-9BB9-DEB906ECE2F2}" srcOrd="3" destOrd="0" parTransId="{694D6E80-A660-4F3E-BCAC-9640EF235BA7}" sibTransId="{82A399D5-42D6-4533-972F-38A7B21C6312}"/>
    <dgm:cxn modelId="{FA6756F2-E283-4250-916A-AD1C9EFB9A82}" type="presOf" srcId="{8CAA8E6A-C05F-4F82-B50C-FB7DB6FE3F6A}" destId="{389BFBC6-49B4-40C6-BAB7-248812D9601A}" srcOrd="0" destOrd="0" presId="urn:microsoft.com/office/officeart/2005/8/layout/vList2"/>
    <dgm:cxn modelId="{8DCC431F-867C-4C15-BA74-60D718AA620E}" type="presParOf" srcId="{46591B10-5798-4BF1-92EA-C1CA2AD4BC65}" destId="{75922A10-B9A9-43AD-AB56-D555A4A2F79D}" srcOrd="0" destOrd="0" presId="urn:microsoft.com/office/officeart/2005/8/layout/vList2"/>
    <dgm:cxn modelId="{D62D46A6-7AD4-4101-9959-5E15E000E87F}" type="presParOf" srcId="{46591B10-5798-4BF1-92EA-C1CA2AD4BC65}" destId="{8C545A49-9A8E-4CA3-86D5-547C21FF58C6}" srcOrd="1" destOrd="0" presId="urn:microsoft.com/office/officeart/2005/8/layout/vList2"/>
    <dgm:cxn modelId="{6F576892-8DDD-41B1-9C04-70CD3834AA08}" type="presParOf" srcId="{46591B10-5798-4BF1-92EA-C1CA2AD4BC65}" destId="{389BFBC6-49B4-40C6-BAB7-248812D9601A}" srcOrd="2" destOrd="0" presId="urn:microsoft.com/office/officeart/2005/8/layout/vList2"/>
    <dgm:cxn modelId="{982E9AF7-9CAC-495A-9D53-825286ACCBD1}" type="presParOf" srcId="{46591B10-5798-4BF1-92EA-C1CA2AD4BC65}" destId="{E83CF4C1-51B9-45FC-998C-C5AE14A5B7F2}" srcOrd="3" destOrd="0" presId="urn:microsoft.com/office/officeart/2005/8/layout/vList2"/>
    <dgm:cxn modelId="{8FC0A815-B7A9-4E90-BB5F-B1D6179AB360}" type="presParOf" srcId="{46591B10-5798-4BF1-92EA-C1CA2AD4BC65}" destId="{C8C21DC0-D790-476D-A285-F8AE386FDD6F}" srcOrd="4" destOrd="0" presId="urn:microsoft.com/office/officeart/2005/8/layout/vList2"/>
    <dgm:cxn modelId="{A0869873-F448-4560-9495-58EF08644F64}" type="presParOf" srcId="{46591B10-5798-4BF1-92EA-C1CA2AD4BC65}" destId="{E82EDF26-617A-42F1-B717-B31B26F8501D}" srcOrd="5" destOrd="0" presId="urn:microsoft.com/office/officeart/2005/8/layout/vList2"/>
    <dgm:cxn modelId="{79AD9DB0-DA66-4D32-9C10-B93B002389C3}" type="presParOf" srcId="{46591B10-5798-4BF1-92EA-C1CA2AD4BC65}" destId="{CFE36DAF-169B-45A0-BB9D-4672D8FCDA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99FC37-2954-499A-80C3-EB5CC344DE9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EAEA91-4402-4256-A2C1-D7A0ACAA8897}">
      <dgm:prSet/>
      <dgm:spPr/>
      <dgm:t>
        <a:bodyPr/>
        <a:lstStyle/>
        <a:p>
          <a:r>
            <a:rPr lang="en-GB"/>
            <a:t>Gossip Protocols trade </a:t>
          </a:r>
          <a:r>
            <a:rPr lang="en-GB" b="1"/>
            <a:t>determinism</a:t>
          </a:r>
          <a:r>
            <a:rPr lang="en-GB"/>
            <a:t> for </a:t>
          </a:r>
          <a:r>
            <a:rPr lang="en-GB" b="1"/>
            <a:t>scalability</a:t>
          </a:r>
          <a:r>
            <a:rPr lang="en-GB"/>
            <a:t> and </a:t>
          </a:r>
          <a:r>
            <a:rPr lang="en-GB" b="1"/>
            <a:t>resilience</a:t>
          </a:r>
          <a:r>
            <a:rPr lang="en-GB"/>
            <a:t>.</a:t>
          </a:r>
          <a:endParaRPr lang="en-US"/>
        </a:p>
      </dgm:t>
    </dgm:pt>
    <dgm:pt modelId="{5CF28D28-98E7-4287-B203-9052FDA99559}" type="parTrans" cxnId="{D9EC01E0-37B0-43BA-9AC7-8812020DAF61}">
      <dgm:prSet/>
      <dgm:spPr/>
      <dgm:t>
        <a:bodyPr/>
        <a:lstStyle/>
        <a:p>
          <a:endParaRPr lang="en-US"/>
        </a:p>
      </dgm:t>
    </dgm:pt>
    <dgm:pt modelId="{88297773-2EC4-4F73-AB2E-54F680123A4F}" type="sibTrans" cxnId="{D9EC01E0-37B0-43BA-9AC7-8812020DAF61}">
      <dgm:prSet phldrT="01"/>
      <dgm:spPr/>
      <dgm:t>
        <a:bodyPr/>
        <a:lstStyle/>
        <a:p>
          <a:endParaRPr lang="en-US"/>
        </a:p>
      </dgm:t>
    </dgm:pt>
    <dgm:pt modelId="{C7E8DB47-E233-40FC-B626-C71CF365C098}">
      <dgm:prSet/>
      <dgm:spPr/>
      <dgm:t>
        <a:bodyPr/>
        <a:lstStyle/>
        <a:p>
          <a:r>
            <a:rPr lang="en-GB"/>
            <a:t>They are the backbone of modern decentralized systems (NoSQL, Blockchain).</a:t>
          </a:r>
          <a:endParaRPr lang="en-US"/>
        </a:p>
      </dgm:t>
    </dgm:pt>
    <dgm:pt modelId="{38A47FEF-C131-41C4-B752-38E92FFA2FE9}" type="parTrans" cxnId="{B7EB53E2-FE41-4C93-BDE6-E73286E086F5}">
      <dgm:prSet/>
      <dgm:spPr/>
      <dgm:t>
        <a:bodyPr/>
        <a:lstStyle/>
        <a:p>
          <a:endParaRPr lang="en-US"/>
        </a:p>
      </dgm:t>
    </dgm:pt>
    <dgm:pt modelId="{2F4C41EF-3B0B-4C91-ABFD-617C6BAC728F}" type="sibTrans" cxnId="{B7EB53E2-FE41-4C93-BDE6-E73286E086F5}">
      <dgm:prSet phldrT="02"/>
      <dgm:spPr/>
      <dgm:t>
        <a:bodyPr/>
        <a:lstStyle/>
        <a:p>
          <a:endParaRPr lang="en-US"/>
        </a:p>
      </dgm:t>
    </dgm:pt>
    <dgm:pt modelId="{19B79F82-965B-4B2E-8448-3F38D805C7C5}">
      <dgm:prSet/>
      <dgm:spPr/>
      <dgm:t>
        <a:bodyPr/>
        <a:lstStyle/>
        <a:p>
          <a:r>
            <a:rPr lang="en-GB"/>
            <a:t>Essential for maintaining </a:t>
          </a:r>
          <a:r>
            <a:rPr lang="en-GB" b="1"/>
            <a:t>High Availability</a:t>
          </a:r>
          <a:r>
            <a:rPr lang="en-GB"/>
            <a:t> and </a:t>
          </a:r>
          <a:r>
            <a:rPr lang="en-GB" b="1"/>
            <a:t>Eventual Consistency</a:t>
          </a:r>
          <a:r>
            <a:rPr lang="en-GB"/>
            <a:t> (BASE architectures).</a:t>
          </a:r>
          <a:endParaRPr lang="en-US"/>
        </a:p>
      </dgm:t>
    </dgm:pt>
    <dgm:pt modelId="{A33061BE-6C86-4039-A8C8-A9E71CC700A8}" type="parTrans" cxnId="{E6DAA49B-3E42-41FC-935B-F6F3B69EA012}">
      <dgm:prSet/>
      <dgm:spPr/>
      <dgm:t>
        <a:bodyPr/>
        <a:lstStyle/>
        <a:p>
          <a:endParaRPr lang="en-US"/>
        </a:p>
      </dgm:t>
    </dgm:pt>
    <dgm:pt modelId="{C3BDFDF7-DB4A-4B72-8653-7C9ED83603B2}" type="sibTrans" cxnId="{E6DAA49B-3E42-41FC-935B-F6F3B69EA012}">
      <dgm:prSet phldrT="03"/>
      <dgm:spPr/>
      <dgm:t>
        <a:bodyPr/>
        <a:lstStyle/>
        <a:p>
          <a:endParaRPr lang="en-US"/>
        </a:p>
      </dgm:t>
    </dgm:pt>
    <dgm:pt modelId="{C629971F-C2B1-4D1E-9750-B7E2B83B2822}" type="pres">
      <dgm:prSet presAssocID="{2099FC37-2954-499A-80C3-EB5CC344DE98}" presName="linear" presStyleCnt="0">
        <dgm:presLayoutVars>
          <dgm:animLvl val="lvl"/>
          <dgm:resizeHandles val="exact"/>
        </dgm:presLayoutVars>
      </dgm:prSet>
      <dgm:spPr/>
    </dgm:pt>
    <dgm:pt modelId="{492877DB-E1E8-47DD-9A2A-4586A23C7DA2}" type="pres">
      <dgm:prSet presAssocID="{3EEAEA91-4402-4256-A2C1-D7A0ACAA889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35A7AD-1C52-47B2-9123-CFADFD61F56C}" type="pres">
      <dgm:prSet presAssocID="{88297773-2EC4-4F73-AB2E-54F680123A4F}" presName="spacer" presStyleCnt="0"/>
      <dgm:spPr/>
    </dgm:pt>
    <dgm:pt modelId="{E28241FE-F58A-4109-9C70-02C84658F07B}" type="pres">
      <dgm:prSet presAssocID="{C7E8DB47-E233-40FC-B626-C71CF365C09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254E64-80E2-4FB1-9643-113030CABD0F}" type="pres">
      <dgm:prSet presAssocID="{2F4C41EF-3B0B-4C91-ABFD-617C6BAC728F}" presName="spacer" presStyleCnt="0"/>
      <dgm:spPr/>
    </dgm:pt>
    <dgm:pt modelId="{1CF1B7A2-FA01-4C90-9897-D20EFCBB25FE}" type="pres">
      <dgm:prSet presAssocID="{19B79F82-965B-4B2E-8448-3F38D805C7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B3D100-C0FD-4C9F-A7A4-C6E6961A2B1C}" type="presOf" srcId="{3EEAEA91-4402-4256-A2C1-D7A0ACAA8897}" destId="{492877DB-E1E8-47DD-9A2A-4586A23C7DA2}" srcOrd="0" destOrd="0" presId="urn:microsoft.com/office/officeart/2005/8/layout/vList2"/>
    <dgm:cxn modelId="{2439B348-39E8-4CA2-B343-20E3DE641DFB}" type="presOf" srcId="{2099FC37-2954-499A-80C3-EB5CC344DE98}" destId="{C629971F-C2B1-4D1E-9750-B7E2B83B2822}" srcOrd="0" destOrd="0" presId="urn:microsoft.com/office/officeart/2005/8/layout/vList2"/>
    <dgm:cxn modelId="{F2A9FF74-C8D8-4DB4-B74C-FD228AC6065B}" type="presOf" srcId="{C7E8DB47-E233-40FC-B626-C71CF365C098}" destId="{E28241FE-F58A-4109-9C70-02C84658F07B}" srcOrd="0" destOrd="0" presId="urn:microsoft.com/office/officeart/2005/8/layout/vList2"/>
    <dgm:cxn modelId="{E6DAA49B-3E42-41FC-935B-F6F3B69EA012}" srcId="{2099FC37-2954-499A-80C3-EB5CC344DE98}" destId="{19B79F82-965B-4B2E-8448-3F38D805C7C5}" srcOrd="2" destOrd="0" parTransId="{A33061BE-6C86-4039-A8C8-A9E71CC700A8}" sibTransId="{C3BDFDF7-DB4A-4B72-8653-7C9ED83603B2}"/>
    <dgm:cxn modelId="{385562A8-ADA9-415C-BA09-0EE348797F3B}" type="presOf" srcId="{19B79F82-965B-4B2E-8448-3F38D805C7C5}" destId="{1CF1B7A2-FA01-4C90-9897-D20EFCBB25FE}" srcOrd="0" destOrd="0" presId="urn:microsoft.com/office/officeart/2005/8/layout/vList2"/>
    <dgm:cxn modelId="{D9EC01E0-37B0-43BA-9AC7-8812020DAF61}" srcId="{2099FC37-2954-499A-80C3-EB5CC344DE98}" destId="{3EEAEA91-4402-4256-A2C1-D7A0ACAA8897}" srcOrd="0" destOrd="0" parTransId="{5CF28D28-98E7-4287-B203-9052FDA99559}" sibTransId="{88297773-2EC4-4F73-AB2E-54F680123A4F}"/>
    <dgm:cxn modelId="{B7EB53E2-FE41-4C93-BDE6-E73286E086F5}" srcId="{2099FC37-2954-499A-80C3-EB5CC344DE98}" destId="{C7E8DB47-E233-40FC-B626-C71CF365C098}" srcOrd="1" destOrd="0" parTransId="{38A47FEF-C131-41C4-B752-38E92FFA2FE9}" sibTransId="{2F4C41EF-3B0B-4C91-ABFD-617C6BAC728F}"/>
    <dgm:cxn modelId="{E129D076-9527-4499-A1B6-ED4F3FAD9442}" type="presParOf" srcId="{C629971F-C2B1-4D1E-9750-B7E2B83B2822}" destId="{492877DB-E1E8-47DD-9A2A-4586A23C7DA2}" srcOrd="0" destOrd="0" presId="urn:microsoft.com/office/officeart/2005/8/layout/vList2"/>
    <dgm:cxn modelId="{5697D155-2830-4990-8BDE-3C172F823621}" type="presParOf" srcId="{C629971F-C2B1-4D1E-9750-B7E2B83B2822}" destId="{5C35A7AD-1C52-47B2-9123-CFADFD61F56C}" srcOrd="1" destOrd="0" presId="urn:microsoft.com/office/officeart/2005/8/layout/vList2"/>
    <dgm:cxn modelId="{98438D1C-C458-43A4-B6D7-B1794C45B675}" type="presParOf" srcId="{C629971F-C2B1-4D1E-9750-B7E2B83B2822}" destId="{E28241FE-F58A-4109-9C70-02C84658F07B}" srcOrd="2" destOrd="0" presId="urn:microsoft.com/office/officeart/2005/8/layout/vList2"/>
    <dgm:cxn modelId="{D8CE425D-0258-456D-AAEB-25164A6CE7AC}" type="presParOf" srcId="{C629971F-C2B1-4D1E-9750-B7E2B83B2822}" destId="{6A254E64-80E2-4FB1-9643-113030CABD0F}" srcOrd="3" destOrd="0" presId="urn:microsoft.com/office/officeart/2005/8/layout/vList2"/>
    <dgm:cxn modelId="{95ECDFE4-36D1-41E8-880B-0A8B6FFC11AF}" type="presParOf" srcId="{C629971F-C2B1-4D1E-9750-B7E2B83B2822}" destId="{1CF1B7A2-FA01-4C90-9897-D20EFCBB25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ACDE0-F307-4510-8C0A-6EEEDA028D73}">
      <dsp:nvSpPr>
        <dsp:cNvPr id="0" name=""/>
        <dsp:cNvSpPr/>
      </dsp:nvSpPr>
      <dsp:spPr>
        <a:xfrm>
          <a:off x="0" y="763519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Large-scale distributed systems need to share state (node health, configuration).</a:t>
          </a:r>
          <a:endParaRPr lang="en-US" sz="2400" kern="1200" dirty="0"/>
        </a:p>
      </dsp:txBody>
      <dsp:txXfrm>
        <a:off x="46606" y="810125"/>
        <a:ext cx="6573621" cy="861507"/>
      </dsp:txXfrm>
    </dsp:sp>
    <dsp:sp modelId="{359530A8-8016-45EE-9DD8-E149D4123F26}">
      <dsp:nvSpPr>
        <dsp:cNvPr id="0" name=""/>
        <dsp:cNvSpPr/>
      </dsp:nvSpPr>
      <dsp:spPr>
        <a:xfrm>
          <a:off x="0" y="178736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The Centralized Approach (Master/Slave):</a:t>
          </a:r>
          <a:endParaRPr lang="en-US" sz="2400" kern="1200" dirty="0"/>
        </a:p>
      </dsp:txBody>
      <dsp:txXfrm>
        <a:off x="46606" y="1833966"/>
        <a:ext cx="6573621" cy="861507"/>
      </dsp:txXfrm>
    </dsp:sp>
    <dsp:sp modelId="{E60DF8D3-E6CA-4A31-9BAA-045856305013}">
      <dsp:nvSpPr>
        <dsp:cNvPr id="0" name=""/>
        <dsp:cNvSpPr/>
      </dsp:nvSpPr>
      <dsp:spPr>
        <a:xfrm>
          <a:off x="0" y="2742080"/>
          <a:ext cx="6666833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GB" sz="1900" kern="1200" dirty="0"/>
            <a:t>Creates a </a:t>
          </a:r>
          <a:r>
            <a:rPr lang="en-GB" sz="1900" b="1" kern="1200" dirty="0"/>
            <a:t>Single Point of Failure (SPOF)</a:t>
          </a:r>
          <a:r>
            <a:rPr lang="en-GB" sz="1900" kern="1200" dirty="0"/>
            <a:t>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GB" sz="1900" kern="1200" dirty="0"/>
            <a:t>Becomes a performance bottleneck as the cluster grows.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GB" sz="1900" kern="1200" dirty="0"/>
            <a:t>High latency for distant nodes.</a:t>
          </a:r>
        </a:p>
      </dsp:txBody>
      <dsp:txXfrm>
        <a:off x="0" y="2742080"/>
        <a:ext cx="6666833" cy="993600"/>
      </dsp:txXfrm>
    </dsp:sp>
    <dsp:sp modelId="{E6665EFF-0183-47BE-8DEA-A91EDB83406C}">
      <dsp:nvSpPr>
        <dsp:cNvPr id="0" name=""/>
        <dsp:cNvSpPr/>
      </dsp:nvSpPr>
      <dsp:spPr>
        <a:xfrm>
          <a:off x="0" y="373568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i="0" kern="1200" dirty="0"/>
            <a:t>The Solution:</a:t>
          </a:r>
          <a:r>
            <a:rPr lang="en-GB" sz="2400" b="0" i="0" kern="1200" dirty="0"/>
            <a:t> decentralization using </a:t>
          </a:r>
          <a:r>
            <a:rPr lang="en-GB" sz="2400" b="1" i="0" kern="1200" dirty="0"/>
            <a:t>Epidemic Algorithms</a:t>
          </a:r>
          <a:r>
            <a:rPr lang="en-GB" sz="2400" b="0" i="0" kern="1200" dirty="0"/>
            <a:t> (Peer-to-Peer communication).</a:t>
          </a:r>
          <a:endParaRPr lang="en-GB" sz="2400" kern="1200" dirty="0"/>
        </a:p>
      </dsp:txBody>
      <dsp:txXfrm>
        <a:off x="46606" y="3782286"/>
        <a:ext cx="6573621" cy="8615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241C4-9087-474F-B260-B825090000DF}">
      <dsp:nvSpPr>
        <dsp:cNvPr id="0" name=""/>
        <dsp:cNvSpPr/>
      </dsp:nvSpPr>
      <dsp:spPr>
        <a:xfrm>
          <a:off x="0" y="718598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Definition:</a:t>
          </a:r>
          <a:r>
            <a:rPr lang="en-GB" sz="2100" kern="1200"/>
            <a:t> a communication protocol inspired by how epidemics or rumors spread in a biological population.</a:t>
          </a:r>
          <a:endParaRPr lang="en-US" sz="2100" kern="1200"/>
        </a:p>
      </dsp:txBody>
      <dsp:txXfrm>
        <a:off x="40780" y="759378"/>
        <a:ext cx="6585273" cy="753819"/>
      </dsp:txXfrm>
    </dsp:sp>
    <dsp:sp modelId="{46812510-5D1D-4499-B3AA-53A71AE82A9A}">
      <dsp:nvSpPr>
        <dsp:cNvPr id="0" name=""/>
        <dsp:cNvSpPr/>
      </dsp:nvSpPr>
      <dsp:spPr>
        <a:xfrm>
          <a:off x="0" y="1614458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Mechanism:</a:t>
          </a:r>
          <a:endParaRPr lang="en-US" sz="2100" kern="1200"/>
        </a:p>
      </dsp:txBody>
      <dsp:txXfrm>
        <a:off x="40780" y="1655238"/>
        <a:ext cx="6585273" cy="753819"/>
      </dsp:txXfrm>
    </dsp:sp>
    <dsp:sp modelId="{1E2F6EEC-F9DE-4D9B-B15D-C5EABCA7B035}">
      <dsp:nvSpPr>
        <dsp:cNvPr id="0" name=""/>
        <dsp:cNvSpPr/>
      </dsp:nvSpPr>
      <dsp:spPr>
        <a:xfrm>
          <a:off x="0" y="2449838"/>
          <a:ext cx="6666833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A node picks a </a:t>
          </a:r>
          <a:r>
            <a:rPr lang="en-GB" sz="1600" b="1" kern="1200"/>
            <a:t>random peer</a:t>
          </a:r>
          <a:r>
            <a:rPr lang="en-GB" sz="1600" kern="1200"/>
            <a:t> and exchanges information.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The peer repeats the process.</a:t>
          </a:r>
          <a:endParaRPr lang="en-US" sz="1600" kern="1200"/>
        </a:p>
      </dsp:txBody>
      <dsp:txXfrm>
        <a:off x="0" y="2449838"/>
        <a:ext cx="6666833" cy="554242"/>
      </dsp:txXfrm>
    </dsp:sp>
    <dsp:sp modelId="{98249C97-C8C5-4C22-A552-5C9C4984D741}">
      <dsp:nvSpPr>
        <dsp:cNvPr id="0" name=""/>
        <dsp:cNvSpPr/>
      </dsp:nvSpPr>
      <dsp:spPr>
        <a:xfrm>
          <a:off x="0" y="3004081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Result:</a:t>
          </a:r>
          <a:r>
            <a:rPr lang="en-GB" sz="2100" kern="1200"/>
            <a:t> information propagates exponentially across the cluster.</a:t>
          </a:r>
          <a:endParaRPr lang="en-US" sz="2100" kern="1200"/>
        </a:p>
      </dsp:txBody>
      <dsp:txXfrm>
        <a:off x="40780" y="3044861"/>
        <a:ext cx="6585273" cy="753819"/>
      </dsp:txXfrm>
    </dsp:sp>
    <dsp:sp modelId="{4ED976E5-B8C2-4D5B-95C1-0DFB862EA302}">
      <dsp:nvSpPr>
        <dsp:cNvPr id="0" name=""/>
        <dsp:cNvSpPr/>
      </dsp:nvSpPr>
      <dsp:spPr>
        <a:xfrm>
          <a:off x="0" y="3899941"/>
          <a:ext cx="6666833" cy="8353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Key Characteristics:</a:t>
          </a:r>
          <a:r>
            <a:rPr lang="en-GB" sz="2100" kern="1200"/>
            <a:t> robust, scalable, eventually consistent.</a:t>
          </a:r>
          <a:endParaRPr lang="en-US" sz="2100" kern="1200"/>
        </a:p>
      </dsp:txBody>
      <dsp:txXfrm>
        <a:off x="40780" y="3940721"/>
        <a:ext cx="6585273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29A2F-79E1-40A1-A2FF-1DA50BDA2358}">
      <dsp:nvSpPr>
        <dsp:cNvPr id="0" name=""/>
        <dsp:cNvSpPr/>
      </dsp:nvSpPr>
      <dsp:spPr>
        <a:xfrm>
          <a:off x="0" y="31009"/>
          <a:ext cx="6666833" cy="1193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Periodic Execution:</a:t>
          </a:r>
          <a:r>
            <a:rPr lang="en-US" sz="3000" kern="1200"/>
            <a:t> Runs every T seconds.</a:t>
          </a:r>
        </a:p>
      </dsp:txBody>
      <dsp:txXfrm>
        <a:off x="58257" y="89266"/>
        <a:ext cx="6550319" cy="1076886"/>
      </dsp:txXfrm>
    </dsp:sp>
    <dsp:sp modelId="{6DAC056A-3BAB-4FD9-AF19-D2FB3956E93D}">
      <dsp:nvSpPr>
        <dsp:cNvPr id="0" name=""/>
        <dsp:cNvSpPr/>
      </dsp:nvSpPr>
      <dsp:spPr>
        <a:xfrm>
          <a:off x="0" y="1310809"/>
          <a:ext cx="6666833" cy="1193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Step-by-Step:</a:t>
          </a:r>
          <a:endParaRPr lang="en-US" sz="3000" kern="1200"/>
        </a:p>
      </dsp:txBody>
      <dsp:txXfrm>
        <a:off x="58257" y="1369066"/>
        <a:ext cx="6550319" cy="1076886"/>
      </dsp:txXfrm>
    </dsp:sp>
    <dsp:sp modelId="{24BDA204-F1D5-42C1-B7E3-D747F3A49121}">
      <dsp:nvSpPr>
        <dsp:cNvPr id="0" name=""/>
        <dsp:cNvSpPr/>
      </dsp:nvSpPr>
      <dsp:spPr>
        <a:xfrm>
          <a:off x="0" y="2504209"/>
          <a:ext cx="6666833" cy="2918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Select:</a:t>
          </a:r>
          <a:r>
            <a:rPr lang="en-GB" sz="2300" kern="1200"/>
            <a:t> node A chooses a random peer (Node B) from its member list.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Send:</a:t>
          </a:r>
          <a:r>
            <a:rPr lang="en-GB" sz="2300" kern="1200"/>
            <a:t> node A sends its state (or a digest/hash of data).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Receive/Merge:</a:t>
          </a:r>
          <a:r>
            <a:rPr lang="en-GB" sz="2300" kern="1200"/>
            <a:t> node B compares the received state with its own.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Update:</a:t>
          </a:r>
          <a:r>
            <a:rPr lang="en-GB" sz="2300" kern="1200"/>
            <a:t> both nodes update to the most recent version.</a:t>
          </a:r>
          <a:endParaRPr lang="en-US" sz="2300" kern="1200"/>
        </a:p>
      </dsp:txBody>
      <dsp:txXfrm>
        <a:off x="0" y="2504209"/>
        <a:ext cx="6666833" cy="29187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C6FD0B-8F60-44A8-AE86-780BA0D90F54}">
      <dsp:nvSpPr>
        <dsp:cNvPr id="0" name=""/>
        <dsp:cNvSpPr/>
      </dsp:nvSpPr>
      <dsp:spPr>
        <a:xfrm>
          <a:off x="0" y="409167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Rumor Mongering (Dissemination):</a:t>
          </a:r>
          <a:endParaRPr lang="en-US" sz="3100" kern="1200"/>
        </a:p>
      </dsp:txBody>
      <dsp:txXfrm>
        <a:off x="37182" y="446349"/>
        <a:ext cx="6592469" cy="687306"/>
      </dsp:txXfrm>
    </dsp:sp>
    <dsp:sp modelId="{73B89D49-D641-492D-AB4F-DDF73BB93DB0}">
      <dsp:nvSpPr>
        <dsp:cNvPr id="0" name=""/>
        <dsp:cNvSpPr/>
      </dsp:nvSpPr>
      <dsp:spPr>
        <a:xfrm>
          <a:off x="0" y="1170837"/>
          <a:ext cx="6666833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/>
            <a:t>Used for broadcasting new events.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/>
            <a:t>The “rumor” becomes “hot” and spreads fast, then stops when everyone knows it.</a:t>
          </a:r>
          <a:endParaRPr lang="en-US" sz="2400" kern="1200"/>
        </a:p>
      </dsp:txBody>
      <dsp:txXfrm>
        <a:off x="0" y="1170837"/>
        <a:ext cx="6666833" cy="1187145"/>
      </dsp:txXfrm>
    </dsp:sp>
    <dsp:sp modelId="{F96856FF-6F17-4BCA-B6A8-0E639D72FDA5}">
      <dsp:nvSpPr>
        <dsp:cNvPr id="0" name=""/>
        <dsp:cNvSpPr/>
      </dsp:nvSpPr>
      <dsp:spPr>
        <a:xfrm>
          <a:off x="0" y="2357982"/>
          <a:ext cx="6666833" cy="7616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Anti-Entropy (Synchronization):</a:t>
          </a:r>
          <a:endParaRPr lang="en-US" sz="3100" kern="1200"/>
        </a:p>
      </dsp:txBody>
      <dsp:txXfrm>
        <a:off x="37182" y="2395164"/>
        <a:ext cx="6592469" cy="687306"/>
      </dsp:txXfrm>
    </dsp:sp>
    <dsp:sp modelId="{64EABD31-BD5A-4FE6-B41E-EA43218F30D1}">
      <dsp:nvSpPr>
        <dsp:cNvPr id="0" name=""/>
        <dsp:cNvSpPr/>
      </dsp:nvSpPr>
      <dsp:spPr>
        <a:xfrm>
          <a:off x="0" y="3119652"/>
          <a:ext cx="6666833" cy="192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/>
            <a:t>Used for repairing inconsistent data (background maintenance).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400" kern="1200"/>
            <a:t>Nodes compare databases to find missing data and sync up.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Guarantees </a:t>
          </a:r>
          <a:r>
            <a:rPr lang="en-US" sz="2400" b="1" kern="1200"/>
            <a:t>Eventual Consistency</a:t>
          </a:r>
          <a:r>
            <a:rPr lang="en-US" sz="2400" kern="1200"/>
            <a:t>.</a:t>
          </a:r>
        </a:p>
      </dsp:txBody>
      <dsp:txXfrm>
        <a:off x="0" y="3119652"/>
        <a:ext cx="6666833" cy="19251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164A9-61EE-4C89-954E-7AC6D21AACE4}">
      <dsp:nvSpPr>
        <dsp:cNvPr id="0" name=""/>
        <dsp:cNvSpPr/>
      </dsp:nvSpPr>
      <dsp:spPr>
        <a:xfrm>
          <a:off x="0" y="29688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Push:</a:t>
          </a:r>
          <a:r>
            <a:rPr lang="en-GB" sz="2900" kern="1200"/>
            <a:t> node A sends data to B.</a:t>
          </a:r>
          <a:endParaRPr lang="en-US" sz="2900" kern="1200"/>
        </a:p>
      </dsp:txBody>
      <dsp:txXfrm>
        <a:off x="56522" y="86210"/>
        <a:ext cx="6553789" cy="1044817"/>
      </dsp:txXfrm>
    </dsp:sp>
    <dsp:sp modelId="{14900C93-6250-440B-8ADD-5A88112C828F}">
      <dsp:nvSpPr>
        <dsp:cNvPr id="0" name=""/>
        <dsp:cNvSpPr/>
      </dsp:nvSpPr>
      <dsp:spPr>
        <a:xfrm>
          <a:off x="0" y="1187549"/>
          <a:ext cx="6666833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Best for spreading updates quickly when they are fresh.</a:t>
          </a:r>
          <a:endParaRPr lang="en-US" sz="2300" kern="1200"/>
        </a:p>
      </dsp:txBody>
      <dsp:txXfrm>
        <a:off x="0" y="1187549"/>
        <a:ext cx="6666833" cy="720359"/>
      </dsp:txXfrm>
    </dsp:sp>
    <dsp:sp modelId="{83F0BF78-6C40-4C16-81D2-8CEE39CBF640}">
      <dsp:nvSpPr>
        <dsp:cNvPr id="0" name=""/>
        <dsp:cNvSpPr/>
      </dsp:nvSpPr>
      <dsp:spPr>
        <a:xfrm>
          <a:off x="0" y="1907909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Pull:</a:t>
          </a:r>
          <a:r>
            <a:rPr lang="en-GB" sz="2900" kern="1200"/>
            <a:t> node A asks B, “What do you have that I don’t?”.</a:t>
          </a:r>
          <a:endParaRPr lang="en-US" sz="2900" kern="1200"/>
        </a:p>
      </dsp:txBody>
      <dsp:txXfrm>
        <a:off x="56522" y="1964431"/>
        <a:ext cx="6553789" cy="1044817"/>
      </dsp:txXfrm>
    </dsp:sp>
    <dsp:sp modelId="{59DB7B14-C117-426A-BC46-7E51432C7200}">
      <dsp:nvSpPr>
        <dsp:cNvPr id="0" name=""/>
        <dsp:cNvSpPr/>
      </dsp:nvSpPr>
      <dsp:spPr>
        <a:xfrm>
          <a:off x="0" y="3065770"/>
          <a:ext cx="6666833" cy="720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Best when the system is mostly synchronized (avoids sending redundant data).</a:t>
          </a:r>
          <a:endParaRPr lang="en-US" sz="2300" kern="1200"/>
        </a:p>
      </dsp:txBody>
      <dsp:txXfrm>
        <a:off x="0" y="3065770"/>
        <a:ext cx="6666833" cy="720359"/>
      </dsp:txXfrm>
    </dsp:sp>
    <dsp:sp modelId="{94C0B762-72B6-4CC6-8438-B899BF71A64A}">
      <dsp:nvSpPr>
        <dsp:cNvPr id="0" name=""/>
        <dsp:cNvSpPr/>
      </dsp:nvSpPr>
      <dsp:spPr>
        <a:xfrm>
          <a:off x="0" y="3786130"/>
          <a:ext cx="6666833" cy="1157861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Push-Pull:</a:t>
          </a:r>
          <a:r>
            <a:rPr lang="en-GB" sz="2900" kern="1200"/>
            <a:t> A sends digest, B requests missing parts, A sends data</a:t>
          </a:r>
          <a:r>
            <a:rPr lang="en-US" sz="2900" kern="1200"/>
            <a:t>.</a:t>
          </a:r>
        </a:p>
      </dsp:txBody>
      <dsp:txXfrm>
        <a:off x="56522" y="3842652"/>
        <a:ext cx="6553789" cy="1044817"/>
      </dsp:txXfrm>
    </dsp:sp>
    <dsp:sp modelId="{BFD64966-620F-46AD-8F47-475A429F5F95}">
      <dsp:nvSpPr>
        <dsp:cNvPr id="0" name=""/>
        <dsp:cNvSpPr/>
      </dsp:nvSpPr>
      <dsp:spPr>
        <a:xfrm>
          <a:off x="0" y="4943991"/>
          <a:ext cx="6666833" cy="48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Most efficient convergence time</a:t>
          </a:r>
          <a:r>
            <a:rPr lang="en-US" sz="2300" kern="1200"/>
            <a:t>: O(log N).</a:t>
          </a:r>
        </a:p>
      </dsp:txBody>
      <dsp:txXfrm>
        <a:off x="0" y="4943991"/>
        <a:ext cx="6666833" cy="4802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BA81E-419F-4834-B18B-2480FE73669A}">
      <dsp:nvSpPr>
        <dsp:cNvPr id="0" name=""/>
        <dsp:cNvSpPr/>
      </dsp:nvSpPr>
      <dsp:spPr>
        <a:xfrm>
          <a:off x="0" y="185719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The Problem:</a:t>
          </a:r>
          <a:r>
            <a:rPr lang="en-GB" sz="2600" kern="1200"/>
            <a:t> without a central registry, how do we know who is alive?</a:t>
          </a:r>
          <a:endParaRPr lang="en-US" sz="2600" kern="1200"/>
        </a:p>
      </dsp:txBody>
      <dsp:txXfrm>
        <a:off x="50489" y="236208"/>
        <a:ext cx="6565855" cy="933302"/>
      </dsp:txXfrm>
    </dsp:sp>
    <dsp:sp modelId="{AB757019-4248-4256-9084-D3CCEB3BAB72}">
      <dsp:nvSpPr>
        <dsp:cNvPr id="0" name=""/>
        <dsp:cNvSpPr/>
      </dsp:nvSpPr>
      <dsp:spPr>
        <a:xfrm>
          <a:off x="0" y="1294879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Gossip Solution:</a:t>
          </a:r>
          <a:r>
            <a:rPr lang="en-GB" sz="2600" kern="1200"/>
            <a:t> nodes maintain a list of active members and propagate “heartbeats”</a:t>
          </a:r>
          <a:endParaRPr lang="en-US" sz="2600" kern="1200"/>
        </a:p>
      </dsp:txBody>
      <dsp:txXfrm>
        <a:off x="50489" y="1345368"/>
        <a:ext cx="6565855" cy="933302"/>
      </dsp:txXfrm>
    </dsp:sp>
    <dsp:sp modelId="{CFF1BD45-969B-4DCC-B9E8-19636001E2CD}">
      <dsp:nvSpPr>
        <dsp:cNvPr id="0" name=""/>
        <dsp:cNvSpPr/>
      </dsp:nvSpPr>
      <dsp:spPr>
        <a:xfrm>
          <a:off x="0" y="2404040"/>
          <a:ext cx="6666833" cy="10342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Failure Detection:</a:t>
          </a:r>
          <a:endParaRPr lang="en-US" sz="2600" kern="1200"/>
        </a:p>
      </dsp:txBody>
      <dsp:txXfrm>
        <a:off x="50489" y="2454529"/>
        <a:ext cx="6565855" cy="933302"/>
      </dsp:txXfrm>
    </dsp:sp>
    <dsp:sp modelId="{41548621-2E33-43AE-89B9-99D0BF3DF4B7}">
      <dsp:nvSpPr>
        <dsp:cNvPr id="0" name=""/>
        <dsp:cNvSpPr/>
      </dsp:nvSpPr>
      <dsp:spPr>
        <a:xfrm>
          <a:off x="0" y="3438320"/>
          <a:ext cx="6666833" cy="1829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If Node A hasn't received a heartbeat update about Node B for a threshold time, it marks B as “suspect” or “dead”.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b="1" kern="1200"/>
            <a:t>Phi Accrual Failure Detector:</a:t>
          </a:r>
          <a:r>
            <a:rPr lang="en-GB" sz="2000" kern="1200"/>
            <a:t> calculates the probability of failure instead of a hard timeout (adapts to network slowness).</a:t>
          </a:r>
          <a:endParaRPr lang="en-US" sz="2000" kern="1200"/>
        </a:p>
      </dsp:txBody>
      <dsp:txXfrm>
        <a:off x="0" y="3438320"/>
        <a:ext cx="6666833" cy="18298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156BF-CFDA-4FCA-9483-2E52262A142F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Scalability:</a:t>
          </a:r>
          <a:r>
            <a:rPr lang="en-GB" sz="3100" kern="1200"/>
            <a:t> network load per node is constant (O(1)), regardless of cluster size (N).</a:t>
          </a:r>
          <a:endParaRPr lang="en-US" sz="3100" kern="1200"/>
        </a:p>
      </dsp:txBody>
      <dsp:txXfrm>
        <a:off x="83216" y="163860"/>
        <a:ext cx="6500401" cy="1538258"/>
      </dsp:txXfrm>
    </dsp:sp>
    <dsp:sp modelId="{45CF2011-3900-4600-A5D9-1B45859B0A8A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Convergence Time</a:t>
          </a:r>
          <a:r>
            <a:rPr lang="en-US" sz="3100" kern="1200"/>
            <a:t>: logarithmic (O(log N)).</a:t>
          </a:r>
          <a:r>
            <a:rPr lang="en-GB" sz="3100" kern="1200"/>
            <a:t> Information reaches all nodes very quickly.</a:t>
          </a:r>
          <a:endParaRPr lang="en-US" sz="3100" kern="1200"/>
        </a:p>
      </dsp:txBody>
      <dsp:txXfrm>
        <a:off x="83216" y="1957830"/>
        <a:ext cx="6500401" cy="1538258"/>
      </dsp:txXfrm>
    </dsp:sp>
    <dsp:sp modelId="{8DE411C5-C0A7-41AD-B3F3-63FD5684EAF8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Robustness:</a:t>
          </a:r>
          <a:r>
            <a:rPr lang="en-GB" sz="3100" kern="1200"/>
            <a:t> high tolerance for packet loss and node failures, no SPOF.</a:t>
          </a:r>
          <a:endParaRPr lang="en-US" sz="3100" kern="1200"/>
        </a:p>
      </dsp:txBody>
      <dsp:txXfrm>
        <a:off x="83216" y="3751801"/>
        <a:ext cx="6500401" cy="15382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22A10-B9A9-43AD-AB56-D555A4A2F79D}">
      <dsp:nvSpPr>
        <dsp:cNvPr id="0" name=""/>
        <dsp:cNvSpPr/>
      </dsp:nvSpPr>
      <dsp:spPr>
        <a:xfrm>
          <a:off x="0" y="71384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Apache Cassandra:</a:t>
          </a:r>
          <a:r>
            <a:rPr lang="en-GB" sz="2400" kern="1200" dirty="0"/>
            <a:t> Uses Gossip to discover cluster topology and detect failures.</a:t>
          </a:r>
          <a:endParaRPr lang="en-US" sz="2400" kern="1200" dirty="0"/>
        </a:p>
      </dsp:txBody>
      <dsp:txXfrm>
        <a:off x="46606" y="760446"/>
        <a:ext cx="6573621" cy="861507"/>
      </dsp:txXfrm>
    </dsp:sp>
    <dsp:sp modelId="{389BFBC6-49B4-40C6-BAB7-248812D9601A}">
      <dsp:nvSpPr>
        <dsp:cNvPr id="0" name=""/>
        <dsp:cNvSpPr/>
      </dsp:nvSpPr>
      <dsp:spPr>
        <a:xfrm>
          <a:off x="0" y="1737680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Amazon S3:</a:t>
          </a:r>
          <a:r>
            <a:rPr lang="en-GB" sz="2400" kern="1200" dirty="0"/>
            <a:t> Uses Gossip to propagate state between massive storage servers.</a:t>
          </a:r>
          <a:endParaRPr lang="en-US" sz="2400" kern="1200" dirty="0"/>
        </a:p>
      </dsp:txBody>
      <dsp:txXfrm>
        <a:off x="46606" y="1784286"/>
        <a:ext cx="6573621" cy="861507"/>
      </dsp:txXfrm>
    </dsp:sp>
    <dsp:sp modelId="{C8C21DC0-D790-476D-A285-F8AE386FDD6F}">
      <dsp:nvSpPr>
        <dsp:cNvPr id="0" name=""/>
        <dsp:cNvSpPr/>
      </dsp:nvSpPr>
      <dsp:spPr>
        <a:xfrm>
          <a:off x="0" y="2761519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i="0" kern="1200" dirty="0"/>
            <a:t>Bitcoin:</a:t>
          </a:r>
          <a:r>
            <a:rPr lang="en-GB" sz="2400" b="0" i="0" kern="1200" dirty="0"/>
            <a:t> Uses a gossip-like protocol (flooding) to propagate transactions and blocks to all peers.</a:t>
          </a:r>
          <a:endParaRPr lang="en-US" sz="2400" kern="1200" dirty="0"/>
        </a:p>
      </dsp:txBody>
      <dsp:txXfrm>
        <a:off x="46606" y="2808125"/>
        <a:ext cx="6573621" cy="861507"/>
      </dsp:txXfrm>
    </dsp:sp>
    <dsp:sp modelId="{CFE36DAF-169B-45A0-BB9D-4672D8FCDAEE}">
      <dsp:nvSpPr>
        <dsp:cNvPr id="0" name=""/>
        <dsp:cNvSpPr/>
      </dsp:nvSpPr>
      <dsp:spPr>
        <a:xfrm>
          <a:off x="0" y="3785359"/>
          <a:ext cx="6666833" cy="95471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Consul/Serf:</a:t>
          </a:r>
          <a:r>
            <a:rPr lang="en-GB" sz="2400" kern="1200" dirty="0"/>
            <a:t> Service discovery and orchestration tools.</a:t>
          </a:r>
          <a:endParaRPr lang="en-US" sz="2400" kern="1200" dirty="0"/>
        </a:p>
      </dsp:txBody>
      <dsp:txXfrm>
        <a:off x="46606" y="3831965"/>
        <a:ext cx="6573621" cy="8615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877DB-E1E8-47DD-9A2A-4586A23C7DA2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Gossip Protocols trade </a:t>
          </a:r>
          <a:r>
            <a:rPr lang="en-GB" sz="3100" b="1" kern="1200"/>
            <a:t>determinism</a:t>
          </a:r>
          <a:r>
            <a:rPr lang="en-GB" sz="3100" kern="1200"/>
            <a:t> for </a:t>
          </a:r>
          <a:r>
            <a:rPr lang="en-GB" sz="3100" b="1" kern="1200"/>
            <a:t>scalability</a:t>
          </a:r>
          <a:r>
            <a:rPr lang="en-GB" sz="3100" kern="1200"/>
            <a:t> and </a:t>
          </a:r>
          <a:r>
            <a:rPr lang="en-GB" sz="3100" b="1" kern="1200"/>
            <a:t>resilience</a:t>
          </a:r>
          <a:r>
            <a:rPr lang="en-GB" sz="3100" kern="1200"/>
            <a:t>.</a:t>
          </a:r>
          <a:endParaRPr lang="en-US" sz="3100" kern="1200"/>
        </a:p>
      </dsp:txBody>
      <dsp:txXfrm>
        <a:off x="84655" y="121095"/>
        <a:ext cx="6497523" cy="1564849"/>
      </dsp:txXfrm>
    </dsp:sp>
    <dsp:sp modelId="{E28241FE-F58A-4109-9C70-02C84658F07B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They are the backbone of modern decentralized systems (NoSQL, Blockchain).</a:t>
          </a:r>
          <a:endParaRPr lang="en-US" sz="3100" kern="1200"/>
        </a:p>
      </dsp:txBody>
      <dsp:txXfrm>
        <a:off x="84655" y="1944535"/>
        <a:ext cx="6497523" cy="1564849"/>
      </dsp:txXfrm>
    </dsp:sp>
    <dsp:sp modelId="{1CF1B7A2-FA01-4C90-9897-D20EFCBB25FE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Essential for maintaining </a:t>
          </a:r>
          <a:r>
            <a:rPr lang="en-GB" sz="3100" b="1" kern="1200"/>
            <a:t>High Availability</a:t>
          </a:r>
          <a:r>
            <a:rPr lang="en-GB" sz="3100" kern="1200"/>
            <a:t> and </a:t>
          </a:r>
          <a:r>
            <a:rPr lang="en-GB" sz="3100" b="1" kern="1200"/>
            <a:t>Eventual Consistency</a:t>
          </a:r>
          <a:r>
            <a:rPr lang="en-GB" sz="3100" kern="1200"/>
            <a:t> (BASE architectures).</a:t>
          </a:r>
          <a:endParaRPr lang="en-US" sz="3100" kern="1200"/>
        </a:p>
      </dsp:txBody>
      <dsp:txXfrm>
        <a:off x="84655" y="3767974"/>
        <a:ext cx="6497523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3AA4-CCA9-F11E-6E5B-1E3CDB2D7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8F604-AD1E-7200-0989-0D485ABD9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D10F9-60A3-C1C6-83EC-3B8C84E7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95586-EC64-97B6-EC99-AFE74A46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AB010-84E8-153B-92FE-DE34A66F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9130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6E0F-73CB-37EA-EF37-17DEFB2A1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FEBA7-C2C3-5C0D-652B-B4BDDC0D7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8177-4DF1-35BF-99B0-315794E0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288D6-AF76-C110-B1D6-5F02E084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A39FA-9D11-2422-FE83-8A4818FF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69093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1706-1A12-78DE-11ED-31AF2652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E1F57-D40F-62FC-5B05-1D1535DB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CAFCC-D1E3-CEDF-2CE0-F14DB5C70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9199F-9A45-6A94-C885-052AF3ED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C2D98-036F-8A28-1C29-2251B5E3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4714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39DA-795F-6FA7-D4E6-F898BCC8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34E9-9DE4-9C51-DD5C-174F6ED17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CF922-9B4D-CF5A-B0FE-E570D2052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D768A-5FB0-397C-0E48-AB38C0F9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54506-33BE-C1D1-C9B9-AF5E4216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1B5CE-9A05-6F96-847A-5FF4AEAB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0341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5DE9-9F85-4643-370A-69641F2E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4B159-39BC-134F-82BA-2E72D5844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2EE8E-C0A7-EC8D-4554-3175408FD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36018-89B2-C6D3-80E9-8DAFF2B51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3C8C2-8D2E-886D-4439-82B8998F6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0819E-E4A4-946C-A6ED-99486435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68100-7A3C-21C4-0E25-62278D27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65362-6203-283B-A77C-05EBD93C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90691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4B5A-F81C-A0AF-585B-A62442E7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63528-CC16-52B2-C4B6-3E763209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300CF-8B6C-8714-B98F-EDEEC11C5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87EAE-0344-B31F-3D22-64838D08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58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C7C3A-0BC0-C935-F08E-567DCAE3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6458B-4DC8-FB68-C709-4FBB562F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3585-949E-2ACD-5847-6EA751CE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07560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DB8E-1C9E-4D5A-483C-6BA4258B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D74F-835B-3F5E-34E0-E75E2CD78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DA3AA-D86E-9B7F-38B3-EC6F0F0A7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636A9-A20C-8308-38B9-7B151F89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64FBB-A497-E293-64DC-A50870A3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665A7-CA57-20EF-DD9A-CD0D8812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53160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064D-D2FD-A989-2745-E995A22C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997AE-C4F0-A5EA-3148-A5DBDD698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CEF4F-FDE1-9DE4-7DF5-0EE524A18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D2C51-BD35-07B6-0B26-767BA112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0FCE-7124-653B-C0FA-7EB8920E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F5A04-A6DD-0870-6061-A6EDA2D2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78218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26E1-96C7-3266-87E9-ABEE57DE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102BB-0053-4A23-1803-D325A2103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9852E-2011-3B15-F48D-B8BFC1AC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3DFAE-E146-172F-5E40-1B202617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0168-51CC-1718-A153-64D77094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1213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56003-3CDF-71B9-CBB5-51255AB39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96D0D-BC22-9A8B-60FC-B1C01D3F0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B15C2-6B52-38F3-9E23-14D0A144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10C9-1772-B38B-610F-96B97849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8C0E4-9964-A867-9EF3-B839E066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9413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5D04C-3D93-E6AF-D252-6BD550E8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6191E-1DA2-9D0E-84E8-0DBA0BDC9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DEEF9-7C17-A4B3-A655-04DD7B6BA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2CCB4-95BF-4345-B49E-62FC61311327}" type="datetimeFigureOut">
              <a:rPr lang="en-150" smtClean="0"/>
              <a:t>08/12/2025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9EC7-D003-3C2E-A47B-F9A16B328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A9A6C-86F7-A94E-0713-05A8160D6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9B51C-7D6C-4E46-B09A-8252AF22927B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279501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2227B-FF61-77FC-7170-C8E87FCF2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Gossip-based Coordination</a:t>
            </a:r>
            <a:endParaRPr lang="en-150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916F6-EF5F-0464-B499-BAA4A1C47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GB" dirty="0">
                <a:solidFill>
                  <a:srgbClr val="FFFFFF"/>
                </a:solidFill>
              </a:rPr>
              <a:t>Epidemic Algorithms for Scalability and Resilience</a:t>
            </a:r>
            <a:endParaRPr lang="en-US" dirty="0">
              <a:solidFill>
                <a:srgbClr val="FFFFFF"/>
              </a:solidFill>
            </a:endParaRPr>
          </a:p>
          <a:p>
            <a:pPr algn="r"/>
            <a:endParaRPr lang="en-US" dirty="0">
              <a:solidFill>
                <a:srgbClr val="FFFFFF"/>
              </a:solidFill>
            </a:endParaRPr>
          </a:p>
          <a:p>
            <a:pPr algn="r"/>
            <a:r>
              <a:rPr lang="en-US" dirty="0">
                <a:solidFill>
                  <a:srgbClr val="FFFFFF"/>
                </a:solidFill>
              </a:rPr>
              <a:t>Matei-Stefan Ungureanu, </a:t>
            </a:r>
            <a:r>
              <a:rPr lang="en-US" dirty="0" err="1">
                <a:solidFill>
                  <a:srgbClr val="FFFFFF"/>
                </a:solidFill>
              </a:rPr>
              <a:t>grupa</a:t>
            </a:r>
            <a:r>
              <a:rPr lang="en-US" dirty="0">
                <a:solidFill>
                  <a:srgbClr val="FFFFFF"/>
                </a:solidFill>
              </a:rPr>
              <a:t> 332</a:t>
            </a:r>
          </a:p>
          <a:p>
            <a:pPr algn="r"/>
            <a:endParaRPr lang="en-15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0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C5594-5484-BD5A-A0DC-58858E9B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Coordination Problem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CB3E546-E3C5-171E-E382-BBB040E48C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8082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53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11074-00B3-8AC1-57C2-F7B71A0A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What is a Gossip Protocol?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6B61C5-1EE9-983D-518B-64DD1C5FD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5832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86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5F221-A4D7-ABAD-3F09-7CB553CB2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Algorithm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F5705B-1F63-F38F-5623-5A74CE2F6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20596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092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B5728-9507-DB54-6FFA-F329E464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Modes of Operation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7AA9A67-D4FC-7D93-43E8-EE879A868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8724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022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DF626-AE9F-BEE4-2C9F-5A1AAA3C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>
                <a:solidFill>
                  <a:srgbClr val="FFFFFF"/>
                </a:solidFill>
              </a:rPr>
              <a:t>Communication Strategies</a:t>
            </a:r>
            <a:endParaRPr lang="en-150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2D745B-E5E3-5310-BCD5-B0E29EBA1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84203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527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3F583-8026-71DF-F856-9DAEC24BB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Membership Management &amp; Failure Detection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8D4E52-A805-4E3B-38C4-9B8C1BA73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9397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4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79F50-1291-0A2E-C00A-68125765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Performance Metrics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B8CBCE-C08B-A223-12BB-BF6A911CD6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10069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063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73278-FA19-874A-A2CE-E806122F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Real-World Use Cases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A58D7E-29D4-95E1-E037-E5989E803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631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316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B087D-01F9-21D2-C2F5-02C4CDF0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Conclusions 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D74114-FC2C-5DB0-251A-063AB04976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32937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442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570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Gossip-based Coordination</vt:lpstr>
      <vt:lpstr>The Coordination Problem</vt:lpstr>
      <vt:lpstr>What is a Gossip Protocol?</vt:lpstr>
      <vt:lpstr>The Algorithm</vt:lpstr>
      <vt:lpstr>Modes of Operation</vt:lpstr>
      <vt:lpstr>Communication Strategies</vt:lpstr>
      <vt:lpstr>Membership Management &amp; Failure Detection</vt:lpstr>
      <vt:lpstr>Performance Metrics</vt:lpstr>
      <vt:lpstr>Real-World Use Cases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Ungureanu</dc:creator>
  <cp:lastModifiedBy>Matei Ungureanu</cp:lastModifiedBy>
  <cp:revision>15</cp:revision>
  <dcterms:created xsi:type="dcterms:W3CDTF">2025-12-08T18:51:19Z</dcterms:created>
  <dcterms:modified xsi:type="dcterms:W3CDTF">2025-12-08T22:11:42Z</dcterms:modified>
</cp:coreProperties>
</file>