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DACEF2-EEC0-4294-9B7B-DB5A2D37FF5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4150D23-D6B6-4E2D-9333-1ABEEE7CABBA}">
      <dgm:prSet/>
      <dgm:spPr/>
      <dgm:t>
        <a:bodyPr/>
        <a:lstStyle/>
        <a:p>
          <a:r>
            <a:rPr lang="en-GB" dirty="0"/>
            <a:t>BASE is the opposite of ACID.</a:t>
          </a:r>
          <a:endParaRPr lang="en-US" dirty="0"/>
        </a:p>
      </dgm:t>
    </dgm:pt>
    <dgm:pt modelId="{116E8177-EBF0-435E-8C8C-B4CE3686D3AF}" type="parTrans" cxnId="{412A5A7C-8B2C-4F5A-BBFC-D10BD3631F11}">
      <dgm:prSet/>
      <dgm:spPr/>
      <dgm:t>
        <a:bodyPr/>
        <a:lstStyle/>
        <a:p>
          <a:endParaRPr lang="en-US"/>
        </a:p>
      </dgm:t>
    </dgm:pt>
    <dgm:pt modelId="{A8AC6DFB-C675-43C4-A7F3-8F32065CEF23}" type="sibTrans" cxnId="{412A5A7C-8B2C-4F5A-BBFC-D10BD3631F11}">
      <dgm:prSet/>
      <dgm:spPr/>
      <dgm:t>
        <a:bodyPr/>
        <a:lstStyle/>
        <a:p>
          <a:endParaRPr lang="en-US"/>
        </a:p>
      </dgm:t>
    </dgm:pt>
    <dgm:pt modelId="{B5D6D459-B54B-4260-B22C-D048B97CF3FD}">
      <dgm:prSet/>
      <dgm:spPr/>
      <dgm:t>
        <a:bodyPr/>
        <a:lstStyle/>
        <a:p>
          <a:r>
            <a:rPr lang="en-GB"/>
            <a:t>Just like in chemistry where a Base neutralizes an Acid, in databases, BASE relaxes the rigid constraints of ACID.</a:t>
          </a:r>
          <a:endParaRPr lang="en-US"/>
        </a:p>
      </dgm:t>
    </dgm:pt>
    <dgm:pt modelId="{BD6E9821-86D4-4052-8421-A35CFE1EFCF7}" type="parTrans" cxnId="{1009CF12-A6E4-40A5-ACE1-F31669872874}">
      <dgm:prSet/>
      <dgm:spPr/>
      <dgm:t>
        <a:bodyPr/>
        <a:lstStyle/>
        <a:p>
          <a:endParaRPr lang="en-US"/>
        </a:p>
      </dgm:t>
    </dgm:pt>
    <dgm:pt modelId="{98AFB4DD-A017-49D2-8F9E-1C95BDD5F917}" type="sibTrans" cxnId="{1009CF12-A6E4-40A5-ACE1-F31669872874}">
      <dgm:prSet/>
      <dgm:spPr/>
      <dgm:t>
        <a:bodyPr/>
        <a:lstStyle/>
        <a:p>
          <a:endParaRPr lang="en-US"/>
        </a:p>
      </dgm:t>
    </dgm:pt>
    <dgm:pt modelId="{95D17069-4DE3-4AFF-8E22-2191E115ADB2}">
      <dgm:prSet/>
      <dgm:spPr/>
      <dgm:t>
        <a:bodyPr/>
        <a:lstStyle/>
        <a:p>
          <a:r>
            <a:rPr lang="ro-RO"/>
            <a:t>ACID vs BASE</a:t>
          </a:r>
          <a:r>
            <a:rPr lang="en-US"/>
            <a:t>:</a:t>
          </a:r>
        </a:p>
      </dgm:t>
    </dgm:pt>
    <dgm:pt modelId="{1B2B8839-A201-42FE-837A-C2A9FAA9051B}" type="parTrans" cxnId="{62F821AF-1D5B-4067-B597-45D46DD57884}">
      <dgm:prSet/>
      <dgm:spPr/>
      <dgm:t>
        <a:bodyPr/>
        <a:lstStyle/>
        <a:p>
          <a:endParaRPr lang="en-US"/>
        </a:p>
      </dgm:t>
    </dgm:pt>
    <dgm:pt modelId="{3AD9DA2C-AED5-484B-BE62-A348130546AE}" type="sibTrans" cxnId="{62F821AF-1D5B-4067-B597-45D46DD57884}">
      <dgm:prSet/>
      <dgm:spPr/>
      <dgm:t>
        <a:bodyPr/>
        <a:lstStyle/>
        <a:p>
          <a:endParaRPr lang="en-US"/>
        </a:p>
      </dgm:t>
    </dgm:pt>
    <dgm:pt modelId="{00723F1C-D8BB-4574-93F4-115BD1132126}">
      <dgm:prSet/>
      <dgm:spPr/>
      <dgm:t>
        <a:bodyPr/>
        <a:lstStyle/>
        <a:p>
          <a:r>
            <a:rPr lang="en-GB"/>
            <a:t>ACID prioritizes Consistency over Availability. (Transaction failure if any step fails).</a:t>
          </a:r>
          <a:endParaRPr lang="en-US"/>
        </a:p>
      </dgm:t>
    </dgm:pt>
    <dgm:pt modelId="{97AE3E17-B945-41F2-8251-A3B5BEEF7DC3}" type="parTrans" cxnId="{8EF77993-525B-41C8-AEEC-7A1A42F98D7B}">
      <dgm:prSet/>
      <dgm:spPr/>
      <dgm:t>
        <a:bodyPr/>
        <a:lstStyle/>
        <a:p>
          <a:endParaRPr lang="en-US"/>
        </a:p>
      </dgm:t>
    </dgm:pt>
    <dgm:pt modelId="{5D7C566C-1FC0-4F51-B386-9902209A04D5}" type="sibTrans" cxnId="{8EF77993-525B-41C8-AEEC-7A1A42F98D7B}">
      <dgm:prSet/>
      <dgm:spPr/>
      <dgm:t>
        <a:bodyPr/>
        <a:lstStyle/>
        <a:p>
          <a:endParaRPr lang="en-US"/>
        </a:p>
      </dgm:t>
    </dgm:pt>
    <dgm:pt modelId="{1AED9E64-68AD-4993-826E-410B3BF57AE0}">
      <dgm:prSet/>
      <dgm:spPr/>
      <dgm:t>
        <a:bodyPr/>
        <a:lstStyle/>
        <a:p>
          <a:r>
            <a:rPr lang="en-GB"/>
            <a:t>BASE prioritizes Availability over Consistency. (Users access data, even if temporarily inconsistent).</a:t>
          </a:r>
          <a:endParaRPr lang="en-US"/>
        </a:p>
      </dgm:t>
    </dgm:pt>
    <dgm:pt modelId="{FE14E521-B7AB-40E2-B101-B341600274E5}" type="parTrans" cxnId="{B1858316-3194-42F9-AA8C-27F8D0176A13}">
      <dgm:prSet/>
      <dgm:spPr/>
      <dgm:t>
        <a:bodyPr/>
        <a:lstStyle/>
        <a:p>
          <a:endParaRPr lang="en-US"/>
        </a:p>
      </dgm:t>
    </dgm:pt>
    <dgm:pt modelId="{AAF311DC-29F4-450E-A4C3-69C3D709FA00}" type="sibTrans" cxnId="{B1858316-3194-42F9-AA8C-27F8D0176A13}">
      <dgm:prSet/>
      <dgm:spPr/>
      <dgm:t>
        <a:bodyPr/>
        <a:lstStyle/>
        <a:p>
          <a:endParaRPr lang="en-US"/>
        </a:p>
      </dgm:t>
    </dgm:pt>
    <dgm:pt modelId="{EA4D7CBF-8A8A-41B3-93FE-20EFAFD3A75A}" type="pres">
      <dgm:prSet presAssocID="{DFDACEF2-EEC0-4294-9B7B-DB5A2D37FF55}" presName="linear" presStyleCnt="0">
        <dgm:presLayoutVars>
          <dgm:animLvl val="lvl"/>
          <dgm:resizeHandles val="exact"/>
        </dgm:presLayoutVars>
      </dgm:prSet>
      <dgm:spPr/>
    </dgm:pt>
    <dgm:pt modelId="{06343E86-CBC0-4E3D-98D3-A0D611BB0E35}" type="pres">
      <dgm:prSet presAssocID="{84150D23-D6B6-4E2D-9333-1ABEEE7CABB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2287811-4153-4CFD-8888-70F509AF6FE7}" type="pres">
      <dgm:prSet presAssocID="{A8AC6DFB-C675-43C4-A7F3-8F32065CEF23}" presName="spacer" presStyleCnt="0"/>
      <dgm:spPr/>
    </dgm:pt>
    <dgm:pt modelId="{8D3C8117-F81C-4E9A-80A7-4BBAAB7DA603}" type="pres">
      <dgm:prSet presAssocID="{B5D6D459-B54B-4260-B22C-D048B97CF3F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9135A88-9B4F-4A37-BD6D-82834F8ECCFD}" type="pres">
      <dgm:prSet presAssocID="{98AFB4DD-A017-49D2-8F9E-1C95BDD5F917}" presName="spacer" presStyleCnt="0"/>
      <dgm:spPr/>
    </dgm:pt>
    <dgm:pt modelId="{03AC0EBC-236B-492B-8FA0-9E1884EF0830}" type="pres">
      <dgm:prSet presAssocID="{95D17069-4DE3-4AFF-8E22-2191E115ADB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D8DA8D6-972F-4EF6-8DD7-CD6AE8C6A605}" type="pres">
      <dgm:prSet presAssocID="{95D17069-4DE3-4AFF-8E22-2191E115ADB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009CF12-A6E4-40A5-ACE1-F31669872874}" srcId="{DFDACEF2-EEC0-4294-9B7B-DB5A2D37FF55}" destId="{B5D6D459-B54B-4260-B22C-D048B97CF3FD}" srcOrd="1" destOrd="0" parTransId="{BD6E9821-86D4-4052-8421-A35CFE1EFCF7}" sibTransId="{98AFB4DD-A017-49D2-8F9E-1C95BDD5F917}"/>
    <dgm:cxn modelId="{B1858316-3194-42F9-AA8C-27F8D0176A13}" srcId="{95D17069-4DE3-4AFF-8E22-2191E115ADB2}" destId="{1AED9E64-68AD-4993-826E-410B3BF57AE0}" srcOrd="1" destOrd="0" parTransId="{FE14E521-B7AB-40E2-B101-B341600274E5}" sibTransId="{AAF311DC-29F4-450E-A4C3-69C3D709FA00}"/>
    <dgm:cxn modelId="{DD754B41-A73B-4C20-B0A8-00705B926DB9}" type="presOf" srcId="{84150D23-D6B6-4E2D-9333-1ABEEE7CABBA}" destId="{06343E86-CBC0-4E3D-98D3-A0D611BB0E35}" srcOrd="0" destOrd="0" presId="urn:microsoft.com/office/officeart/2005/8/layout/vList2"/>
    <dgm:cxn modelId="{412A5A7C-8B2C-4F5A-BBFC-D10BD3631F11}" srcId="{DFDACEF2-EEC0-4294-9B7B-DB5A2D37FF55}" destId="{84150D23-D6B6-4E2D-9333-1ABEEE7CABBA}" srcOrd="0" destOrd="0" parTransId="{116E8177-EBF0-435E-8C8C-B4CE3686D3AF}" sibTransId="{A8AC6DFB-C675-43C4-A7F3-8F32065CEF23}"/>
    <dgm:cxn modelId="{8EF77993-525B-41C8-AEEC-7A1A42F98D7B}" srcId="{95D17069-4DE3-4AFF-8E22-2191E115ADB2}" destId="{00723F1C-D8BB-4574-93F4-115BD1132126}" srcOrd="0" destOrd="0" parTransId="{97AE3E17-B945-41F2-8251-A3B5BEEF7DC3}" sibTransId="{5D7C566C-1FC0-4F51-B386-9902209A04D5}"/>
    <dgm:cxn modelId="{AC921FA0-DBBE-434B-9481-D42D86EAC010}" type="presOf" srcId="{1AED9E64-68AD-4993-826E-410B3BF57AE0}" destId="{FD8DA8D6-972F-4EF6-8DD7-CD6AE8C6A605}" srcOrd="0" destOrd="1" presId="urn:microsoft.com/office/officeart/2005/8/layout/vList2"/>
    <dgm:cxn modelId="{C3EE87AA-FC67-4C2A-9EED-2DB50849FA50}" type="presOf" srcId="{00723F1C-D8BB-4574-93F4-115BD1132126}" destId="{FD8DA8D6-972F-4EF6-8DD7-CD6AE8C6A605}" srcOrd="0" destOrd="0" presId="urn:microsoft.com/office/officeart/2005/8/layout/vList2"/>
    <dgm:cxn modelId="{6DC361AC-C356-45D3-AC7E-580195CB713F}" type="presOf" srcId="{B5D6D459-B54B-4260-B22C-D048B97CF3FD}" destId="{8D3C8117-F81C-4E9A-80A7-4BBAAB7DA603}" srcOrd="0" destOrd="0" presId="urn:microsoft.com/office/officeart/2005/8/layout/vList2"/>
    <dgm:cxn modelId="{3322E4AE-4088-4EE6-AD92-023560498F67}" type="presOf" srcId="{95D17069-4DE3-4AFF-8E22-2191E115ADB2}" destId="{03AC0EBC-236B-492B-8FA0-9E1884EF0830}" srcOrd="0" destOrd="0" presId="urn:microsoft.com/office/officeart/2005/8/layout/vList2"/>
    <dgm:cxn modelId="{62F821AF-1D5B-4067-B597-45D46DD57884}" srcId="{DFDACEF2-EEC0-4294-9B7B-DB5A2D37FF55}" destId="{95D17069-4DE3-4AFF-8E22-2191E115ADB2}" srcOrd="2" destOrd="0" parTransId="{1B2B8839-A201-42FE-837A-C2A9FAA9051B}" sibTransId="{3AD9DA2C-AED5-484B-BE62-A348130546AE}"/>
    <dgm:cxn modelId="{9B4D06C9-9E0F-4533-BDAD-DC2835F1E6F3}" type="presOf" srcId="{DFDACEF2-EEC0-4294-9B7B-DB5A2D37FF55}" destId="{EA4D7CBF-8A8A-41B3-93FE-20EFAFD3A75A}" srcOrd="0" destOrd="0" presId="urn:microsoft.com/office/officeart/2005/8/layout/vList2"/>
    <dgm:cxn modelId="{88B48366-2FFA-4434-B71D-E7C303A9CD34}" type="presParOf" srcId="{EA4D7CBF-8A8A-41B3-93FE-20EFAFD3A75A}" destId="{06343E86-CBC0-4E3D-98D3-A0D611BB0E35}" srcOrd="0" destOrd="0" presId="urn:microsoft.com/office/officeart/2005/8/layout/vList2"/>
    <dgm:cxn modelId="{78922230-66DF-41E7-BD53-78DEBA7AA17C}" type="presParOf" srcId="{EA4D7CBF-8A8A-41B3-93FE-20EFAFD3A75A}" destId="{C2287811-4153-4CFD-8888-70F509AF6FE7}" srcOrd="1" destOrd="0" presId="urn:microsoft.com/office/officeart/2005/8/layout/vList2"/>
    <dgm:cxn modelId="{6F609473-1276-4B55-8E5A-F1EDBC4F4B51}" type="presParOf" srcId="{EA4D7CBF-8A8A-41B3-93FE-20EFAFD3A75A}" destId="{8D3C8117-F81C-4E9A-80A7-4BBAAB7DA603}" srcOrd="2" destOrd="0" presId="urn:microsoft.com/office/officeart/2005/8/layout/vList2"/>
    <dgm:cxn modelId="{3D9C7CF5-D659-40DE-971C-A630F88C6139}" type="presParOf" srcId="{EA4D7CBF-8A8A-41B3-93FE-20EFAFD3A75A}" destId="{E9135A88-9B4F-4A37-BD6D-82834F8ECCFD}" srcOrd="3" destOrd="0" presId="urn:microsoft.com/office/officeart/2005/8/layout/vList2"/>
    <dgm:cxn modelId="{D1371D5A-E317-493F-A7FE-F2F6331B23B1}" type="presParOf" srcId="{EA4D7CBF-8A8A-41B3-93FE-20EFAFD3A75A}" destId="{03AC0EBC-236B-492B-8FA0-9E1884EF0830}" srcOrd="4" destOrd="0" presId="urn:microsoft.com/office/officeart/2005/8/layout/vList2"/>
    <dgm:cxn modelId="{181B29A5-3EB7-41BB-A69A-D19882079A0B}" type="presParOf" srcId="{EA4D7CBF-8A8A-41B3-93FE-20EFAFD3A75A}" destId="{FD8DA8D6-972F-4EF6-8DD7-CD6AE8C6A60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025B67-3CCC-4A85-9523-78E6DFE1D9F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5823A1-3782-4DAD-B4D6-A70B9BFE85ED}">
      <dgm:prSet/>
      <dgm:spPr/>
      <dgm:t>
        <a:bodyPr/>
        <a:lstStyle/>
        <a:p>
          <a:r>
            <a:rPr lang="en-US" b="1"/>
            <a:t>CAP Theorem</a:t>
          </a:r>
          <a:r>
            <a:rPr lang="en-US"/>
            <a:t>: </a:t>
          </a:r>
          <a:r>
            <a:rPr lang="en-GB"/>
            <a:t>It is impossible to simultaneously guarantee Consistency (C), Availability (A), and Partition Tolerance (P)</a:t>
          </a:r>
          <a:r>
            <a:rPr lang="en-US"/>
            <a:t>.</a:t>
          </a:r>
        </a:p>
      </dgm:t>
    </dgm:pt>
    <dgm:pt modelId="{2D17C81D-E96E-4FB0-B26E-C4BB74DE5079}" type="parTrans" cxnId="{6C4C7ED2-5FC0-4AA5-BB08-BB240531497B}">
      <dgm:prSet/>
      <dgm:spPr/>
      <dgm:t>
        <a:bodyPr/>
        <a:lstStyle/>
        <a:p>
          <a:endParaRPr lang="en-US"/>
        </a:p>
      </dgm:t>
    </dgm:pt>
    <dgm:pt modelId="{709CD45D-777D-4B50-9820-2B6B87B74148}" type="sibTrans" cxnId="{6C4C7ED2-5FC0-4AA5-BB08-BB240531497B}">
      <dgm:prSet/>
      <dgm:spPr/>
      <dgm:t>
        <a:bodyPr/>
        <a:lstStyle/>
        <a:p>
          <a:endParaRPr lang="en-US"/>
        </a:p>
      </dgm:t>
    </dgm:pt>
    <dgm:pt modelId="{4FD5CFB9-3CA9-485D-9275-B5AD1C3B92FC}">
      <dgm:prSet/>
      <dgm:spPr/>
      <dgm:t>
        <a:bodyPr/>
        <a:lstStyle/>
        <a:p>
          <a:r>
            <a:rPr lang="en-US"/>
            <a:t>The BASE Choice:</a:t>
          </a:r>
        </a:p>
      </dgm:t>
    </dgm:pt>
    <dgm:pt modelId="{752E871C-E855-4CAD-8171-2E4ED4C84EA9}" type="parTrans" cxnId="{102A38A9-B533-4E8D-86AA-C17ACB1F67A7}">
      <dgm:prSet/>
      <dgm:spPr/>
      <dgm:t>
        <a:bodyPr/>
        <a:lstStyle/>
        <a:p>
          <a:endParaRPr lang="en-US"/>
        </a:p>
      </dgm:t>
    </dgm:pt>
    <dgm:pt modelId="{4D6735F5-3808-4D7A-B305-200B1425EE22}" type="sibTrans" cxnId="{102A38A9-B533-4E8D-86AA-C17ACB1F67A7}">
      <dgm:prSet/>
      <dgm:spPr/>
      <dgm:t>
        <a:bodyPr/>
        <a:lstStyle/>
        <a:p>
          <a:endParaRPr lang="en-US"/>
        </a:p>
      </dgm:t>
    </dgm:pt>
    <dgm:pt modelId="{8578FA77-15CF-4B13-A19C-D662A8E1DAB1}">
      <dgm:prSet/>
      <dgm:spPr/>
      <dgm:t>
        <a:bodyPr/>
        <a:lstStyle/>
        <a:p>
          <a:r>
            <a:rPr lang="en-GB"/>
            <a:t>In massive distributed systems, Partition Tolerance (P) is unavoidable</a:t>
          </a:r>
          <a:endParaRPr lang="en-US"/>
        </a:p>
      </dgm:t>
    </dgm:pt>
    <dgm:pt modelId="{358585A4-CFD2-45AB-9C9C-FED2DA27CDB9}" type="parTrans" cxnId="{E89779B0-DC6F-47CE-B697-54FB5AEF97DE}">
      <dgm:prSet/>
      <dgm:spPr/>
      <dgm:t>
        <a:bodyPr/>
        <a:lstStyle/>
        <a:p>
          <a:endParaRPr lang="en-US"/>
        </a:p>
      </dgm:t>
    </dgm:pt>
    <dgm:pt modelId="{72B27D0A-EC18-44DF-BF6A-9B8E644E1BDC}" type="sibTrans" cxnId="{E89779B0-DC6F-47CE-B697-54FB5AEF97DE}">
      <dgm:prSet/>
      <dgm:spPr/>
      <dgm:t>
        <a:bodyPr/>
        <a:lstStyle/>
        <a:p>
          <a:endParaRPr lang="en-US"/>
        </a:p>
      </dgm:t>
    </dgm:pt>
    <dgm:pt modelId="{00B170B2-1892-4C99-BDCB-9D54F6BFABAC}">
      <dgm:prSet/>
      <dgm:spPr/>
      <dgm:t>
        <a:bodyPr/>
        <a:lstStyle/>
        <a:p>
          <a:r>
            <a:rPr lang="en-GB"/>
            <a:t>BASE sacrifices Strong Consistency (C) to gain Availability (A) and Partition Tolerance (P)</a:t>
          </a:r>
          <a:endParaRPr lang="en-US"/>
        </a:p>
      </dgm:t>
    </dgm:pt>
    <dgm:pt modelId="{919D1E4A-08E4-41F4-AAC7-823F3FEBB6BE}" type="parTrans" cxnId="{B17FEA0C-0537-4546-8ECA-B829F907A604}">
      <dgm:prSet/>
      <dgm:spPr/>
      <dgm:t>
        <a:bodyPr/>
        <a:lstStyle/>
        <a:p>
          <a:endParaRPr lang="en-US"/>
        </a:p>
      </dgm:t>
    </dgm:pt>
    <dgm:pt modelId="{2AE083D1-4F0F-48FC-8227-0594174FB7B0}" type="sibTrans" cxnId="{B17FEA0C-0537-4546-8ECA-B829F907A604}">
      <dgm:prSet/>
      <dgm:spPr/>
      <dgm:t>
        <a:bodyPr/>
        <a:lstStyle/>
        <a:p>
          <a:endParaRPr lang="en-US"/>
        </a:p>
      </dgm:t>
    </dgm:pt>
    <dgm:pt modelId="{109ED465-2025-495A-9F3B-4149460D6AA8}">
      <dgm:prSet/>
      <dgm:spPr/>
      <dgm:t>
        <a:bodyPr/>
        <a:lstStyle/>
        <a:p>
          <a:r>
            <a:rPr lang="en-GB"/>
            <a:t>Resource locking for strict consistency destroys performance at scale</a:t>
          </a:r>
          <a:endParaRPr lang="en-US"/>
        </a:p>
      </dgm:t>
    </dgm:pt>
    <dgm:pt modelId="{D294EB32-3FB9-4283-9D5F-B14CDC47F9B8}" type="parTrans" cxnId="{6736B39E-9469-43BB-9C76-21C786391CA1}">
      <dgm:prSet/>
      <dgm:spPr/>
      <dgm:t>
        <a:bodyPr/>
        <a:lstStyle/>
        <a:p>
          <a:endParaRPr lang="en-US"/>
        </a:p>
      </dgm:t>
    </dgm:pt>
    <dgm:pt modelId="{78DF8361-3998-48AC-B1D5-3C2411D3C058}" type="sibTrans" cxnId="{6736B39E-9469-43BB-9C76-21C786391CA1}">
      <dgm:prSet/>
      <dgm:spPr/>
      <dgm:t>
        <a:bodyPr/>
        <a:lstStyle/>
        <a:p>
          <a:endParaRPr lang="en-US"/>
        </a:p>
      </dgm:t>
    </dgm:pt>
    <dgm:pt modelId="{C8824758-431D-42A7-98D1-112F47EC9849}" type="pres">
      <dgm:prSet presAssocID="{E1025B67-3CCC-4A85-9523-78E6DFE1D9FD}" presName="linear" presStyleCnt="0">
        <dgm:presLayoutVars>
          <dgm:animLvl val="lvl"/>
          <dgm:resizeHandles val="exact"/>
        </dgm:presLayoutVars>
      </dgm:prSet>
      <dgm:spPr/>
    </dgm:pt>
    <dgm:pt modelId="{512643E7-50F3-4C2B-AC31-5D0D282E02ED}" type="pres">
      <dgm:prSet presAssocID="{F95823A1-3782-4DAD-B4D6-A70B9BFE85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4E8B586-72D6-4DF3-852C-BBD730671029}" type="pres">
      <dgm:prSet presAssocID="{709CD45D-777D-4B50-9820-2B6B87B74148}" presName="spacer" presStyleCnt="0"/>
      <dgm:spPr/>
    </dgm:pt>
    <dgm:pt modelId="{A9F8C139-C3A4-431F-88D1-E1DC1201AA61}" type="pres">
      <dgm:prSet presAssocID="{4FD5CFB9-3CA9-485D-9275-B5AD1C3B92F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27D81D4-0E48-4534-8597-2698EDBEFCF4}" type="pres">
      <dgm:prSet presAssocID="{4FD5CFB9-3CA9-485D-9275-B5AD1C3B92F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17FEA0C-0537-4546-8ECA-B829F907A604}" srcId="{4FD5CFB9-3CA9-485D-9275-B5AD1C3B92FC}" destId="{00B170B2-1892-4C99-BDCB-9D54F6BFABAC}" srcOrd="1" destOrd="0" parTransId="{919D1E4A-08E4-41F4-AAC7-823F3FEBB6BE}" sibTransId="{2AE083D1-4F0F-48FC-8227-0594174FB7B0}"/>
    <dgm:cxn modelId="{C5CAD64F-657C-439F-BC0D-9D2170D289AB}" type="presOf" srcId="{00B170B2-1892-4C99-BDCB-9D54F6BFABAC}" destId="{227D81D4-0E48-4534-8597-2698EDBEFCF4}" srcOrd="0" destOrd="1" presId="urn:microsoft.com/office/officeart/2005/8/layout/vList2"/>
    <dgm:cxn modelId="{6736B39E-9469-43BB-9C76-21C786391CA1}" srcId="{4FD5CFB9-3CA9-485D-9275-B5AD1C3B92FC}" destId="{109ED465-2025-495A-9F3B-4149460D6AA8}" srcOrd="2" destOrd="0" parTransId="{D294EB32-3FB9-4283-9D5F-B14CDC47F9B8}" sibTransId="{78DF8361-3998-48AC-B1D5-3C2411D3C058}"/>
    <dgm:cxn modelId="{102A38A9-B533-4E8D-86AA-C17ACB1F67A7}" srcId="{E1025B67-3CCC-4A85-9523-78E6DFE1D9FD}" destId="{4FD5CFB9-3CA9-485D-9275-B5AD1C3B92FC}" srcOrd="1" destOrd="0" parTransId="{752E871C-E855-4CAD-8171-2E4ED4C84EA9}" sibTransId="{4D6735F5-3808-4D7A-B305-200B1425EE22}"/>
    <dgm:cxn modelId="{E89779B0-DC6F-47CE-B697-54FB5AEF97DE}" srcId="{4FD5CFB9-3CA9-485D-9275-B5AD1C3B92FC}" destId="{8578FA77-15CF-4B13-A19C-D662A8E1DAB1}" srcOrd="0" destOrd="0" parTransId="{358585A4-CFD2-45AB-9C9C-FED2DA27CDB9}" sibTransId="{72B27D0A-EC18-44DF-BF6A-9B8E644E1BDC}"/>
    <dgm:cxn modelId="{FC3896C1-91B3-4BD1-8123-14CCEE336805}" type="presOf" srcId="{F95823A1-3782-4DAD-B4D6-A70B9BFE85ED}" destId="{512643E7-50F3-4C2B-AC31-5D0D282E02ED}" srcOrd="0" destOrd="0" presId="urn:microsoft.com/office/officeart/2005/8/layout/vList2"/>
    <dgm:cxn modelId="{6C4C7ED2-5FC0-4AA5-BB08-BB240531497B}" srcId="{E1025B67-3CCC-4A85-9523-78E6DFE1D9FD}" destId="{F95823A1-3782-4DAD-B4D6-A70B9BFE85ED}" srcOrd="0" destOrd="0" parTransId="{2D17C81D-E96E-4FB0-B26E-C4BB74DE5079}" sibTransId="{709CD45D-777D-4B50-9820-2B6B87B74148}"/>
    <dgm:cxn modelId="{635516E4-FC51-4C57-BD85-B3FA51671081}" type="presOf" srcId="{8578FA77-15CF-4B13-A19C-D662A8E1DAB1}" destId="{227D81D4-0E48-4534-8597-2698EDBEFCF4}" srcOrd="0" destOrd="0" presId="urn:microsoft.com/office/officeart/2005/8/layout/vList2"/>
    <dgm:cxn modelId="{C74799E9-84F6-4419-B7F6-C9ADA4CF3613}" type="presOf" srcId="{4FD5CFB9-3CA9-485D-9275-B5AD1C3B92FC}" destId="{A9F8C139-C3A4-431F-88D1-E1DC1201AA61}" srcOrd="0" destOrd="0" presId="urn:microsoft.com/office/officeart/2005/8/layout/vList2"/>
    <dgm:cxn modelId="{102201EC-8BA2-4D31-A575-4D7BF2DCE1FF}" type="presOf" srcId="{109ED465-2025-495A-9F3B-4149460D6AA8}" destId="{227D81D4-0E48-4534-8597-2698EDBEFCF4}" srcOrd="0" destOrd="2" presId="urn:microsoft.com/office/officeart/2005/8/layout/vList2"/>
    <dgm:cxn modelId="{BE923DF5-51EC-4BD1-8EE3-705978545FE1}" type="presOf" srcId="{E1025B67-3CCC-4A85-9523-78E6DFE1D9FD}" destId="{C8824758-431D-42A7-98D1-112F47EC9849}" srcOrd="0" destOrd="0" presId="urn:microsoft.com/office/officeart/2005/8/layout/vList2"/>
    <dgm:cxn modelId="{34B83713-B73E-42A6-AF2E-518128E18A76}" type="presParOf" srcId="{C8824758-431D-42A7-98D1-112F47EC9849}" destId="{512643E7-50F3-4C2B-AC31-5D0D282E02ED}" srcOrd="0" destOrd="0" presId="urn:microsoft.com/office/officeart/2005/8/layout/vList2"/>
    <dgm:cxn modelId="{7CE259B9-27D7-4703-818A-50A504464C01}" type="presParOf" srcId="{C8824758-431D-42A7-98D1-112F47EC9849}" destId="{04E8B586-72D6-4DF3-852C-BBD730671029}" srcOrd="1" destOrd="0" presId="urn:microsoft.com/office/officeart/2005/8/layout/vList2"/>
    <dgm:cxn modelId="{DB640A97-100A-4B61-BB76-80F1245BDB7C}" type="presParOf" srcId="{C8824758-431D-42A7-98D1-112F47EC9849}" destId="{A9F8C139-C3A4-431F-88D1-E1DC1201AA61}" srcOrd="2" destOrd="0" presId="urn:microsoft.com/office/officeart/2005/8/layout/vList2"/>
    <dgm:cxn modelId="{1EBF40C8-82C7-42FE-8270-EC7311993ED0}" type="presParOf" srcId="{C8824758-431D-42A7-98D1-112F47EC9849}" destId="{227D81D4-0E48-4534-8597-2698EDBEFCF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18D281-A27B-4DED-8EF5-E773769CC461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E048A5-C2E3-4F91-A0BE-0E9A23FF4F26}">
      <dgm:prSet/>
      <dgm:spPr/>
      <dgm:t>
        <a:bodyPr/>
        <a:lstStyle/>
        <a:p>
          <a:r>
            <a:rPr lang="en-GB" b="1"/>
            <a:t>Definition:</a:t>
          </a:r>
          <a:r>
            <a:rPr lang="en-GB"/>
            <a:t> The system guarantees concurrent accessibility at all times. </a:t>
          </a:r>
          <a:endParaRPr lang="en-US"/>
        </a:p>
      </dgm:t>
    </dgm:pt>
    <dgm:pt modelId="{0DEAE00E-7AF1-4D1B-AD4D-3145CDB9E496}" type="parTrans" cxnId="{4C581BDF-8390-434E-AB87-B8C1019431CC}">
      <dgm:prSet/>
      <dgm:spPr/>
      <dgm:t>
        <a:bodyPr/>
        <a:lstStyle/>
        <a:p>
          <a:endParaRPr lang="en-US"/>
        </a:p>
      </dgm:t>
    </dgm:pt>
    <dgm:pt modelId="{39DE9003-5B3D-4672-888F-BFB77EFD640B}" type="sibTrans" cxnId="{4C581BDF-8390-434E-AB87-B8C1019431CC}">
      <dgm:prSet/>
      <dgm:spPr/>
      <dgm:t>
        <a:bodyPr/>
        <a:lstStyle/>
        <a:p>
          <a:endParaRPr lang="en-US"/>
        </a:p>
      </dgm:t>
    </dgm:pt>
    <dgm:pt modelId="{111EBF47-9F9B-4D1E-8FA1-75B465567FD3}">
      <dgm:prSet/>
      <dgm:spPr/>
      <dgm:t>
        <a:bodyPr/>
        <a:lstStyle/>
        <a:p>
          <a:r>
            <a:rPr lang="en-GB" b="1"/>
            <a:t>Non-Blocking:</a:t>
          </a:r>
          <a:r>
            <a:rPr lang="en-GB"/>
            <a:t> A user does not need to wait for others to finish a transaction to update a record.</a:t>
          </a:r>
          <a:endParaRPr lang="en-US"/>
        </a:p>
      </dgm:t>
    </dgm:pt>
    <dgm:pt modelId="{C76681F7-B12A-4237-9017-DD1822A58639}" type="parTrans" cxnId="{07AF4345-C6B8-4C3D-B247-A9D45C3DEB17}">
      <dgm:prSet/>
      <dgm:spPr/>
      <dgm:t>
        <a:bodyPr/>
        <a:lstStyle/>
        <a:p>
          <a:endParaRPr lang="en-US"/>
        </a:p>
      </dgm:t>
    </dgm:pt>
    <dgm:pt modelId="{0DBDEC56-E7A8-4459-BA51-3B98EF8F93A2}" type="sibTrans" cxnId="{07AF4345-C6B8-4C3D-B247-A9D45C3DEB17}">
      <dgm:prSet/>
      <dgm:spPr/>
      <dgm:t>
        <a:bodyPr/>
        <a:lstStyle/>
        <a:p>
          <a:endParaRPr lang="en-US"/>
        </a:p>
      </dgm:t>
    </dgm:pt>
    <dgm:pt modelId="{72A0A7E0-3313-4D09-931D-8EA102BAEBD6}">
      <dgm:prSet/>
      <dgm:spPr/>
      <dgm:t>
        <a:bodyPr/>
        <a:lstStyle/>
        <a:p>
          <a:r>
            <a:rPr lang="en-GB" b="1"/>
            <a:t>Partial Failure: </a:t>
          </a:r>
          <a:r>
            <a:rPr lang="en-GB"/>
            <a:t>If a node fails, the system does not halt; it continues to function without that node. </a:t>
          </a:r>
          <a:endParaRPr lang="en-US"/>
        </a:p>
      </dgm:t>
    </dgm:pt>
    <dgm:pt modelId="{4458F4A0-FA57-4830-88A1-AC183DFD6D5D}" type="parTrans" cxnId="{F2433387-5DF9-4252-88CE-E96E604F59C2}">
      <dgm:prSet/>
      <dgm:spPr/>
      <dgm:t>
        <a:bodyPr/>
        <a:lstStyle/>
        <a:p>
          <a:endParaRPr lang="en-US"/>
        </a:p>
      </dgm:t>
    </dgm:pt>
    <dgm:pt modelId="{D28C0761-C97F-4635-9FBE-F4DDF32B60A8}" type="sibTrans" cxnId="{F2433387-5DF9-4252-88CE-E96E604F59C2}">
      <dgm:prSet/>
      <dgm:spPr/>
      <dgm:t>
        <a:bodyPr/>
        <a:lstStyle/>
        <a:p>
          <a:endParaRPr lang="en-US"/>
        </a:p>
      </dgm:t>
    </dgm:pt>
    <dgm:pt modelId="{32DC1CCC-0A39-4053-8EE3-3E079E71D728}">
      <dgm:prSet/>
      <dgm:spPr/>
      <dgm:t>
        <a:bodyPr/>
        <a:lstStyle/>
        <a:p>
          <a:r>
            <a:rPr lang="en-GB"/>
            <a:t>This ensures the system has </a:t>
          </a:r>
          <a:r>
            <a:rPr lang="en-US" b="1"/>
            <a:t>Maximum Uptime</a:t>
          </a:r>
          <a:r>
            <a:rPr lang="en-US"/>
            <a:t>.</a:t>
          </a:r>
        </a:p>
      </dgm:t>
    </dgm:pt>
    <dgm:pt modelId="{2F829BB7-9D1A-4598-8344-AA3752710777}" type="parTrans" cxnId="{A0484E51-988A-4149-819D-42AF83ACC02D}">
      <dgm:prSet/>
      <dgm:spPr/>
      <dgm:t>
        <a:bodyPr/>
        <a:lstStyle/>
        <a:p>
          <a:endParaRPr lang="en-US"/>
        </a:p>
      </dgm:t>
    </dgm:pt>
    <dgm:pt modelId="{ED626365-54E3-47A8-B00A-8A104D2B024C}" type="sibTrans" cxnId="{A0484E51-988A-4149-819D-42AF83ACC02D}">
      <dgm:prSet/>
      <dgm:spPr/>
      <dgm:t>
        <a:bodyPr/>
        <a:lstStyle/>
        <a:p>
          <a:endParaRPr lang="en-US"/>
        </a:p>
      </dgm:t>
    </dgm:pt>
    <dgm:pt modelId="{8C716189-BE85-4C44-9642-5D73E06FB627}" type="pres">
      <dgm:prSet presAssocID="{3418D281-A27B-4DED-8EF5-E773769CC461}" presName="matrix" presStyleCnt="0">
        <dgm:presLayoutVars>
          <dgm:chMax val="1"/>
          <dgm:dir/>
          <dgm:resizeHandles val="exact"/>
        </dgm:presLayoutVars>
      </dgm:prSet>
      <dgm:spPr/>
    </dgm:pt>
    <dgm:pt modelId="{E0FC7561-BAB3-4BBD-9AEE-5A0A176A5E7D}" type="pres">
      <dgm:prSet presAssocID="{3418D281-A27B-4DED-8EF5-E773769CC461}" presName="diamond" presStyleLbl="bgShp" presStyleIdx="0" presStyleCnt="1"/>
      <dgm:spPr/>
    </dgm:pt>
    <dgm:pt modelId="{45FB946B-7B0C-4811-B6A0-7F6C36604569}" type="pres">
      <dgm:prSet presAssocID="{3418D281-A27B-4DED-8EF5-E773769CC461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1F607DB6-8D80-4990-BA1E-6D61AD197418}" type="pres">
      <dgm:prSet presAssocID="{3418D281-A27B-4DED-8EF5-E773769CC461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7E9986B-3E4A-42EF-AFEB-F70B316AA475}" type="pres">
      <dgm:prSet presAssocID="{3418D281-A27B-4DED-8EF5-E773769CC461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549503C-063D-4474-843D-B7E381C38FA8}" type="pres">
      <dgm:prSet presAssocID="{3418D281-A27B-4DED-8EF5-E773769CC461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D939202-A73A-4D6F-95EF-CBB590FC8ADF}" type="presOf" srcId="{78E048A5-C2E3-4F91-A0BE-0E9A23FF4F26}" destId="{45FB946B-7B0C-4811-B6A0-7F6C36604569}" srcOrd="0" destOrd="0" presId="urn:microsoft.com/office/officeart/2005/8/layout/matrix3"/>
    <dgm:cxn modelId="{610D952E-06A1-49D5-88E1-7C7505CB37D1}" type="presOf" srcId="{72A0A7E0-3313-4D09-931D-8EA102BAEBD6}" destId="{C7E9986B-3E4A-42EF-AFEB-F70B316AA475}" srcOrd="0" destOrd="0" presId="urn:microsoft.com/office/officeart/2005/8/layout/matrix3"/>
    <dgm:cxn modelId="{527B685E-4F02-499E-B90E-633E7B3ADB2A}" type="presOf" srcId="{111EBF47-9F9B-4D1E-8FA1-75B465567FD3}" destId="{1F607DB6-8D80-4990-BA1E-6D61AD197418}" srcOrd="0" destOrd="0" presId="urn:microsoft.com/office/officeart/2005/8/layout/matrix3"/>
    <dgm:cxn modelId="{06AB2E62-E35A-4883-A7E8-8E5CBE9E2799}" type="presOf" srcId="{3418D281-A27B-4DED-8EF5-E773769CC461}" destId="{8C716189-BE85-4C44-9642-5D73E06FB627}" srcOrd="0" destOrd="0" presId="urn:microsoft.com/office/officeart/2005/8/layout/matrix3"/>
    <dgm:cxn modelId="{07AF4345-C6B8-4C3D-B247-A9D45C3DEB17}" srcId="{3418D281-A27B-4DED-8EF5-E773769CC461}" destId="{111EBF47-9F9B-4D1E-8FA1-75B465567FD3}" srcOrd="1" destOrd="0" parTransId="{C76681F7-B12A-4237-9017-DD1822A58639}" sibTransId="{0DBDEC56-E7A8-4459-BA51-3B98EF8F93A2}"/>
    <dgm:cxn modelId="{A0484E51-988A-4149-819D-42AF83ACC02D}" srcId="{3418D281-A27B-4DED-8EF5-E773769CC461}" destId="{32DC1CCC-0A39-4053-8EE3-3E079E71D728}" srcOrd="3" destOrd="0" parTransId="{2F829BB7-9D1A-4598-8344-AA3752710777}" sibTransId="{ED626365-54E3-47A8-B00A-8A104D2B024C}"/>
    <dgm:cxn modelId="{F2433387-5DF9-4252-88CE-E96E604F59C2}" srcId="{3418D281-A27B-4DED-8EF5-E773769CC461}" destId="{72A0A7E0-3313-4D09-931D-8EA102BAEBD6}" srcOrd="2" destOrd="0" parTransId="{4458F4A0-FA57-4830-88A1-AC183DFD6D5D}" sibTransId="{D28C0761-C97F-4635-9FBE-F4DDF32B60A8}"/>
    <dgm:cxn modelId="{4C581BDF-8390-434E-AB87-B8C1019431CC}" srcId="{3418D281-A27B-4DED-8EF5-E773769CC461}" destId="{78E048A5-C2E3-4F91-A0BE-0E9A23FF4F26}" srcOrd="0" destOrd="0" parTransId="{0DEAE00E-7AF1-4D1B-AD4D-3145CDB9E496}" sibTransId="{39DE9003-5B3D-4672-888F-BFB77EFD640B}"/>
    <dgm:cxn modelId="{7744F5E4-DCA6-4557-A9BD-C37E0C729C47}" type="presOf" srcId="{32DC1CCC-0A39-4053-8EE3-3E079E71D728}" destId="{1549503C-063D-4474-843D-B7E381C38FA8}" srcOrd="0" destOrd="0" presId="urn:microsoft.com/office/officeart/2005/8/layout/matrix3"/>
    <dgm:cxn modelId="{17974F80-AC3C-46E3-A119-433B8D90052A}" type="presParOf" srcId="{8C716189-BE85-4C44-9642-5D73E06FB627}" destId="{E0FC7561-BAB3-4BBD-9AEE-5A0A176A5E7D}" srcOrd="0" destOrd="0" presId="urn:microsoft.com/office/officeart/2005/8/layout/matrix3"/>
    <dgm:cxn modelId="{F36A037D-C48B-4882-A12D-617E29A63321}" type="presParOf" srcId="{8C716189-BE85-4C44-9642-5D73E06FB627}" destId="{45FB946B-7B0C-4811-B6A0-7F6C36604569}" srcOrd="1" destOrd="0" presId="urn:microsoft.com/office/officeart/2005/8/layout/matrix3"/>
    <dgm:cxn modelId="{50B73A2C-3C8F-4AA6-837B-E0EA635D8087}" type="presParOf" srcId="{8C716189-BE85-4C44-9642-5D73E06FB627}" destId="{1F607DB6-8D80-4990-BA1E-6D61AD197418}" srcOrd="2" destOrd="0" presId="urn:microsoft.com/office/officeart/2005/8/layout/matrix3"/>
    <dgm:cxn modelId="{D1461D76-DB91-4EBA-AC61-8241BA88F061}" type="presParOf" srcId="{8C716189-BE85-4C44-9642-5D73E06FB627}" destId="{C7E9986B-3E4A-42EF-AFEB-F70B316AA475}" srcOrd="3" destOrd="0" presId="urn:microsoft.com/office/officeart/2005/8/layout/matrix3"/>
    <dgm:cxn modelId="{AE4E5962-E25C-46E2-9462-1DFE95E49BC0}" type="presParOf" srcId="{8C716189-BE85-4C44-9642-5D73E06FB627}" destId="{1549503C-063D-4474-843D-B7E381C38FA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ACB644-C009-4C43-9669-1C4DD1821207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7E81D2A-9185-406B-84DB-AFEB42E80E2F}">
      <dgm:prSet/>
      <dgm:spPr/>
      <dgm:t>
        <a:bodyPr/>
        <a:lstStyle/>
        <a:p>
          <a:r>
            <a:rPr lang="en-GB" b="1"/>
            <a:t>Definition:</a:t>
          </a:r>
          <a:r>
            <a:rPr lang="en-GB"/>
            <a:t> The system state may change over time, even without external input (no new user writes). </a:t>
          </a:r>
          <a:endParaRPr lang="en-US"/>
        </a:p>
      </dgm:t>
    </dgm:pt>
    <dgm:pt modelId="{F12D1A0B-51FE-4AC0-9AA5-E9141F14B3F3}" type="parTrans" cxnId="{68DC39AC-3C06-40E1-9B11-0300723DFFE3}">
      <dgm:prSet/>
      <dgm:spPr/>
      <dgm:t>
        <a:bodyPr/>
        <a:lstStyle/>
        <a:p>
          <a:endParaRPr lang="en-US"/>
        </a:p>
      </dgm:t>
    </dgm:pt>
    <dgm:pt modelId="{B8A6DF94-6C08-4FC3-94A4-9387CEFE60EA}" type="sibTrans" cxnId="{68DC39AC-3C06-40E1-9B11-0300723DFFE3}">
      <dgm:prSet/>
      <dgm:spPr/>
      <dgm:t>
        <a:bodyPr/>
        <a:lstStyle/>
        <a:p>
          <a:endParaRPr lang="en-US"/>
        </a:p>
      </dgm:t>
    </dgm:pt>
    <dgm:pt modelId="{F3B3C660-A8FF-40C9-BFBE-2C0B5A3462B2}">
      <dgm:prSet/>
      <dgm:spPr/>
      <dgm:t>
        <a:bodyPr/>
        <a:lstStyle/>
        <a:p>
          <a:r>
            <a:rPr lang="en-GB" dirty="0"/>
            <a:t>Hard State (ACID) vs. Soft State (BASE): </a:t>
          </a:r>
          <a:endParaRPr lang="en-US" dirty="0"/>
        </a:p>
      </dgm:t>
    </dgm:pt>
    <dgm:pt modelId="{ADADCCDA-1EB9-4EE6-B7CB-53B88A2A40DB}" type="parTrans" cxnId="{7532F242-95FB-4734-883C-D5E82CA3123F}">
      <dgm:prSet/>
      <dgm:spPr/>
      <dgm:t>
        <a:bodyPr/>
        <a:lstStyle/>
        <a:p>
          <a:endParaRPr lang="en-US"/>
        </a:p>
      </dgm:t>
    </dgm:pt>
    <dgm:pt modelId="{09DBB0F2-D216-4156-BE2C-018E577BC99B}" type="sibTrans" cxnId="{7532F242-95FB-4734-883C-D5E82CA3123F}">
      <dgm:prSet/>
      <dgm:spPr/>
      <dgm:t>
        <a:bodyPr/>
        <a:lstStyle/>
        <a:p>
          <a:endParaRPr lang="en-US"/>
        </a:p>
      </dgm:t>
    </dgm:pt>
    <dgm:pt modelId="{646B19D5-DF71-4026-90C8-EAD0C9DD0E64}">
      <dgm:prSet/>
      <dgm:spPr/>
      <dgm:t>
        <a:bodyPr/>
        <a:lstStyle/>
        <a:p>
          <a:r>
            <a:rPr lang="en-GB" dirty="0"/>
            <a:t>Hard: Data is an absolute certainty. </a:t>
          </a:r>
          <a:endParaRPr lang="en-US" dirty="0"/>
        </a:p>
      </dgm:t>
    </dgm:pt>
    <dgm:pt modelId="{5B8DA045-8380-4F68-AC27-79C01699AA4F}" type="parTrans" cxnId="{46DA4A9C-3BC6-44EB-B1A8-B77C8D4EBDB4}">
      <dgm:prSet/>
      <dgm:spPr/>
      <dgm:t>
        <a:bodyPr/>
        <a:lstStyle/>
        <a:p>
          <a:endParaRPr lang="en-US"/>
        </a:p>
      </dgm:t>
    </dgm:pt>
    <dgm:pt modelId="{E1386773-9103-425A-8544-3CE40DBAAA13}" type="sibTrans" cxnId="{46DA4A9C-3BC6-44EB-B1A8-B77C8D4EBDB4}">
      <dgm:prSet/>
      <dgm:spPr/>
      <dgm:t>
        <a:bodyPr/>
        <a:lstStyle/>
        <a:p>
          <a:endParaRPr lang="en-US"/>
        </a:p>
      </dgm:t>
    </dgm:pt>
    <dgm:pt modelId="{38369AB3-458F-4915-9002-A925DC8CB683}">
      <dgm:prSet/>
      <dgm:spPr/>
      <dgm:t>
        <a:bodyPr/>
        <a:lstStyle/>
        <a:p>
          <a:r>
            <a:rPr lang="en-GB"/>
            <a:t>Soft: Data is transient/fluid.</a:t>
          </a:r>
          <a:endParaRPr lang="en-US"/>
        </a:p>
      </dgm:t>
    </dgm:pt>
    <dgm:pt modelId="{4DC38BE9-542D-424F-A31D-974D9267D8A9}" type="parTrans" cxnId="{B160CE6E-55A3-48D4-9F5B-554FDEAC578C}">
      <dgm:prSet/>
      <dgm:spPr/>
      <dgm:t>
        <a:bodyPr/>
        <a:lstStyle/>
        <a:p>
          <a:endParaRPr lang="en-US"/>
        </a:p>
      </dgm:t>
    </dgm:pt>
    <dgm:pt modelId="{B2779C17-AEC3-4A79-8DEC-4193BD089A32}" type="sibTrans" cxnId="{B160CE6E-55A3-48D4-9F5B-554FDEAC578C}">
      <dgm:prSet/>
      <dgm:spPr/>
      <dgm:t>
        <a:bodyPr/>
        <a:lstStyle/>
        <a:p>
          <a:endParaRPr lang="en-US"/>
        </a:p>
      </dgm:t>
    </dgm:pt>
    <dgm:pt modelId="{1BF906DE-52CF-46D1-8874-2EA21FC606D4}">
      <dgm:prSet/>
      <dgm:spPr/>
      <dgm:t>
        <a:bodyPr/>
        <a:lstStyle/>
        <a:p>
          <a:r>
            <a:rPr lang="en-GB"/>
            <a:t>Internal synchronization processes constantly attempt to align/converge the data</a:t>
          </a:r>
          <a:r>
            <a:rPr lang="en-US"/>
            <a:t>.</a:t>
          </a:r>
        </a:p>
      </dgm:t>
    </dgm:pt>
    <dgm:pt modelId="{91AE2632-0691-47FB-B450-E6BE3BD192F1}" type="parTrans" cxnId="{432BE2E6-D942-4026-A313-339B066F254F}">
      <dgm:prSet/>
      <dgm:spPr/>
      <dgm:t>
        <a:bodyPr/>
        <a:lstStyle/>
        <a:p>
          <a:endParaRPr lang="en-US"/>
        </a:p>
      </dgm:t>
    </dgm:pt>
    <dgm:pt modelId="{51079767-F935-44A3-84B5-4E6D7097A924}" type="sibTrans" cxnId="{432BE2E6-D942-4026-A313-339B066F254F}">
      <dgm:prSet/>
      <dgm:spPr/>
      <dgm:t>
        <a:bodyPr/>
        <a:lstStyle/>
        <a:p>
          <a:endParaRPr lang="en-US"/>
        </a:p>
      </dgm:t>
    </dgm:pt>
    <dgm:pt modelId="{A1C90F1A-424B-48DE-A69B-0ED556C69F48}" type="pres">
      <dgm:prSet presAssocID="{24ACB644-C009-4C43-9669-1C4DD1821207}" presName="linear" presStyleCnt="0">
        <dgm:presLayoutVars>
          <dgm:animLvl val="lvl"/>
          <dgm:resizeHandles val="exact"/>
        </dgm:presLayoutVars>
      </dgm:prSet>
      <dgm:spPr/>
    </dgm:pt>
    <dgm:pt modelId="{6ED168FD-6C74-48CB-95F3-646289EBCFFC}" type="pres">
      <dgm:prSet presAssocID="{07E81D2A-9185-406B-84DB-AFEB42E80E2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F0AE52A-E860-42F1-B28C-0BBDC885D2B9}" type="pres">
      <dgm:prSet presAssocID="{B8A6DF94-6C08-4FC3-94A4-9387CEFE60EA}" presName="spacer" presStyleCnt="0"/>
      <dgm:spPr/>
    </dgm:pt>
    <dgm:pt modelId="{30737385-790F-4CA2-85FD-EB9EBC51941F}" type="pres">
      <dgm:prSet presAssocID="{F3B3C660-A8FF-40C9-BFBE-2C0B5A3462B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BFB915F-6905-4B28-9EBA-3A3C9ED9FAA2}" type="pres">
      <dgm:prSet presAssocID="{F3B3C660-A8FF-40C9-BFBE-2C0B5A3462B2}" presName="childText" presStyleLbl="revTx" presStyleIdx="0" presStyleCnt="1">
        <dgm:presLayoutVars>
          <dgm:bulletEnabled val="1"/>
        </dgm:presLayoutVars>
      </dgm:prSet>
      <dgm:spPr/>
    </dgm:pt>
    <dgm:pt modelId="{EE8C0A2F-F94B-4217-92DB-7EB2AE8CFB9F}" type="pres">
      <dgm:prSet presAssocID="{1BF906DE-52CF-46D1-8874-2EA21FC606D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CE62A18-490A-4315-915F-F358BA9E8DCF}" type="presOf" srcId="{F3B3C660-A8FF-40C9-BFBE-2C0B5A3462B2}" destId="{30737385-790F-4CA2-85FD-EB9EBC51941F}" srcOrd="0" destOrd="0" presId="urn:microsoft.com/office/officeart/2005/8/layout/vList2"/>
    <dgm:cxn modelId="{5ED4D61E-41D6-4078-8F44-9BE2B7E9C1CF}" type="presOf" srcId="{38369AB3-458F-4915-9002-A925DC8CB683}" destId="{FBFB915F-6905-4B28-9EBA-3A3C9ED9FAA2}" srcOrd="0" destOrd="1" presId="urn:microsoft.com/office/officeart/2005/8/layout/vList2"/>
    <dgm:cxn modelId="{C16F0333-0018-42B9-B416-8C2237A57D46}" type="presOf" srcId="{07E81D2A-9185-406B-84DB-AFEB42E80E2F}" destId="{6ED168FD-6C74-48CB-95F3-646289EBCFFC}" srcOrd="0" destOrd="0" presId="urn:microsoft.com/office/officeart/2005/8/layout/vList2"/>
    <dgm:cxn modelId="{DB4A1662-655F-41C0-A42A-0A6E0ED83A43}" type="presOf" srcId="{24ACB644-C009-4C43-9669-1C4DD1821207}" destId="{A1C90F1A-424B-48DE-A69B-0ED556C69F48}" srcOrd="0" destOrd="0" presId="urn:microsoft.com/office/officeart/2005/8/layout/vList2"/>
    <dgm:cxn modelId="{7532F242-95FB-4734-883C-D5E82CA3123F}" srcId="{24ACB644-C009-4C43-9669-1C4DD1821207}" destId="{F3B3C660-A8FF-40C9-BFBE-2C0B5A3462B2}" srcOrd="1" destOrd="0" parTransId="{ADADCCDA-1EB9-4EE6-B7CB-53B88A2A40DB}" sibTransId="{09DBB0F2-D216-4156-BE2C-018E577BC99B}"/>
    <dgm:cxn modelId="{B160CE6E-55A3-48D4-9F5B-554FDEAC578C}" srcId="{F3B3C660-A8FF-40C9-BFBE-2C0B5A3462B2}" destId="{38369AB3-458F-4915-9002-A925DC8CB683}" srcOrd="1" destOrd="0" parTransId="{4DC38BE9-542D-424F-A31D-974D9267D8A9}" sibTransId="{B2779C17-AEC3-4A79-8DEC-4193BD089A32}"/>
    <dgm:cxn modelId="{0B515A7C-AA9F-47C8-9FCC-98E0DF1DC645}" type="presOf" srcId="{1BF906DE-52CF-46D1-8874-2EA21FC606D4}" destId="{EE8C0A2F-F94B-4217-92DB-7EB2AE8CFB9F}" srcOrd="0" destOrd="0" presId="urn:microsoft.com/office/officeart/2005/8/layout/vList2"/>
    <dgm:cxn modelId="{46DA4A9C-3BC6-44EB-B1A8-B77C8D4EBDB4}" srcId="{F3B3C660-A8FF-40C9-BFBE-2C0B5A3462B2}" destId="{646B19D5-DF71-4026-90C8-EAD0C9DD0E64}" srcOrd="0" destOrd="0" parTransId="{5B8DA045-8380-4F68-AC27-79C01699AA4F}" sibTransId="{E1386773-9103-425A-8544-3CE40DBAAA13}"/>
    <dgm:cxn modelId="{68DC39AC-3C06-40E1-9B11-0300723DFFE3}" srcId="{24ACB644-C009-4C43-9669-1C4DD1821207}" destId="{07E81D2A-9185-406B-84DB-AFEB42E80E2F}" srcOrd="0" destOrd="0" parTransId="{F12D1A0B-51FE-4AC0-9AA5-E9141F14B3F3}" sibTransId="{B8A6DF94-6C08-4FC3-94A4-9387CEFE60EA}"/>
    <dgm:cxn modelId="{432BE2E6-D942-4026-A313-339B066F254F}" srcId="{24ACB644-C009-4C43-9669-1C4DD1821207}" destId="{1BF906DE-52CF-46D1-8874-2EA21FC606D4}" srcOrd="2" destOrd="0" parTransId="{91AE2632-0691-47FB-B450-E6BE3BD192F1}" sibTransId="{51079767-F935-44A3-84B5-4E6D7097A924}"/>
    <dgm:cxn modelId="{5D9659EE-E420-4662-8737-35C902CFA5E0}" type="presOf" srcId="{646B19D5-DF71-4026-90C8-EAD0C9DD0E64}" destId="{FBFB915F-6905-4B28-9EBA-3A3C9ED9FAA2}" srcOrd="0" destOrd="0" presId="urn:microsoft.com/office/officeart/2005/8/layout/vList2"/>
    <dgm:cxn modelId="{929FB37B-729B-4191-936B-40E7E52D525A}" type="presParOf" srcId="{A1C90F1A-424B-48DE-A69B-0ED556C69F48}" destId="{6ED168FD-6C74-48CB-95F3-646289EBCFFC}" srcOrd="0" destOrd="0" presId="urn:microsoft.com/office/officeart/2005/8/layout/vList2"/>
    <dgm:cxn modelId="{05E7A7B1-AEB9-435B-80B7-6F2FFB8B9CE0}" type="presParOf" srcId="{A1C90F1A-424B-48DE-A69B-0ED556C69F48}" destId="{0F0AE52A-E860-42F1-B28C-0BBDC885D2B9}" srcOrd="1" destOrd="0" presId="urn:microsoft.com/office/officeart/2005/8/layout/vList2"/>
    <dgm:cxn modelId="{9E847FB0-FCAC-4FA8-AAC7-B81636F5F2A4}" type="presParOf" srcId="{A1C90F1A-424B-48DE-A69B-0ED556C69F48}" destId="{30737385-790F-4CA2-85FD-EB9EBC51941F}" srcOrd="2" destOrd="0" presId="urn:microsoft.com/office/officeart/2005/8/layout/vList2"/>
    <dgm:cxn modelId="{0CAD19D7-DAF6-4F23-828F-981EF1E4E364}" type="presParOf" srcId="{A1C90F1A-424B-48DE-A69B-0ED556C69F48}" destId="{FBFB915F-6905-4B28-9EBA-3A3C9ED9FAA2}" srcOrd="3" destOrd="0" presId="urn:microsoft.com/office/officeart/2005/8/layout/vList2"/>
    <dgm:cxn modelId="{3D7A9371-5241-4C63-AB35-617E6BCA905F}" type="presParOf" srcId="{A1C90F1A-424B-48DE-A69B-0ED556C69F48}" destId="{EE8C0A2F-F94B-4217-92DB-7EB2AE8CFB9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326965-E81A-449D-AA90-7F85A2BF40A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1E80CC-760C-4875-9D72-55F613C1BF01}">
      <dgm:prSet/>
      <dgm:spPr/>
      <dgm:t>
        <a:bodyPr/>
        <a:lstStyle/>
        <a:p>
          <a:r>
            <a:rPr lang="en-GB" b="1"/>
            <a:t>Definition:</a:t>
          </a:r>
          <a:r>
            <a:rPr lang="en-GB"/>
            <a:t> If no new updates occur, the system will </a:t>
          </a:r>
          <a:r>
            <a:rPr lang="en-GB" i="1"/>
            <a:t>eventually</a:t>
          </a:r>
          <a:r>
            <a:rPr lang="en-GB"/>
            <a:t> become consistent. </a:t>
          </a:r>
          <a:endParaRPr lang="en-US"/>
        </a:p>
      </dgm:t>
    </dgm:pt>
    <dgm:pt modelId="{1FFD0422-9BE2-4F90-A85A-AE75008485B0}" type="parTrans" cxnId="{8618D256-C835-465D-BE13-65FE5332F276}">
      <dgm:prSet/>
      <dgm:spPr/>
      <dgm:t>
        <a:bodyPr/>
        <a:lstStyle/>
        <a:p>
          <a:endParaRPr lang="en-US"/>
        </a:p>
      </dgm:t>
    </dgm:pt>
    <dgm:pt modelId="{D6E52F3B-2916-4640-AE38-51717D6D23B3}" type="sibTrans" cxnId="{8618D256-C835-465D-BE13-65FE5332F276}">
      <dgm:prSet/>
      <dgm:spPr/>
      <dgm:t>
        <a:bodyPr/>
        <a:lstStyle/>
        <a:p>
          <a:endParaRPr lang="en-US"/>
        </a:p>
      </dgm:t>
    </dgm:pt>
    <dgm:pt modelId="{4DB9F373-8108-4B61-A07E-95B4963AF365}">
      <dgm:prSet/>
      <dgm:spPr/>
      <dgm:t>
        <a:bodyPr/>
        <a:lstStyle/>
        <a:p>
          <a:r>
            <a:rPr lang="en-US" dirty="0"/>
            <a:t>All replicas converge at the same value after an </a:t>
          </a:r>
          <a:r>
            <a:rPr lang="en-US" b="1" dirty="0"/>
            <a:t>Inconsistency Window</a:t>
          </a:r>
          <a:r>
            <a:rPr lang="en-US" dirty="0"/>
            <a:t>.</a:t>
          </a:r>
        </a:p>
      </dgm:t>
    </dgm:pt>
    <dgm:pt modelId="{2C55F11D-F16B-4633-917A-474C55D6C929}" type="parTrans" cxnId="{B8B84012-C057-42D1-A418-43A9FCA7FC22}">
      <dgm:prSet/>
      <dgm:spPr/>
      <dgm:t>
        <a:bodyPr/>
        <a:lstStyle/>
        <a:p>
          <a:endParaRPr lang="en-US"/>
        </a:p>
      </dgm:t>
    </dgm:pt>
    <dgm:pt modelId="{1FC00FF9-9EC5-4FFC-A3B0-5DA84E804841}" type="sibTrans" cxnId="{B8B84012-C057-42D1-A418-43A9FCA7FC22}">
      <dgm:prSet/>
      <dgm:spPr/>
      <dgm:t>
        <a:bodyPr/>
        <a:lstStyle/>
        <a:p>
          <a:endParaRPr lang="en-US"/>
        </a:p>
      </dgm:t>
    </dgm:pt>
    <dgm:pt modelId="{B3B7AA33-E5D9-4184-9C84-50E5DECA910C}">
      <dgm:prSet/>
      <dgm:spPr/>
      <dgm:t>
        <a:bodyPr/>
        <a:lstStyle/>
        <a:p>
          <a:r>
            <a:rPr lang="en-GB"/>
            <a:t>The application tolerates temporarily inconsistent data to gain speed/performance.</a:t>
          </a:r>
          <a:endParaRPr lang="en-US"/>
        </a:p>
      </dgm:t>
    </dgm:pt>
    <dgm:pt modelId="{D1B7BD95-A580-4A8B-919A-AB6445507670}" type="parTrans" cxnId="{C191457D-0A39-40C7-8C6D-D549B8F64CC8}">
      <dgm:prSet/>
      <dgm:spPr/>
      <dgm:t>
        <a:bodyPr/>
        <a:lstStyle/>
        <a:p>
          <a:endParaRPr lang="en-US"/>
        </a:p>
      </dgm:t>
    </dgm:pt>
    <dgm:pt modelId="{31A3965D-9F45-47E4-B083-11D5BB2EE69B}" type="sibTrans" cxnId="{C191457D-0A39-40C7-8C6D-D549B8F64CC8}">
      <dgm:prSet/>
      <dgm:spPr/>
      <dgm:t>
        <a:bodyPr/>
        <a:lstStyle/>
        <a:p>
          <a:endParaRPr lang="en-US"/>
        </a:p>
      </dgm:t>
    </dgm:pt>
    <dgm:pt modelId="{E9AAA240-71B8-47A4-BCE4-CA4D8E323450}" type="pres">
      <dgm:prSet presAssocID="{EC326965-E81A-449D-AA90-7F85A2BF40A7}" presName="linear" presStyleCnt="0">
        <dgm:presLayoutVars>
          <dgm:animLvl val="lvl"/>
          <dgm:resizeHandles val="exact"/>
        </dgm:presLayoutVars>
      </dgm:prSet>
      <dgm:spPr/>
    </dgm:pt>
    <dgm:pt modelId="{FE7471CF-3203-4F4F-9B65-262669F56BFB}" type="pres">
      <dgm:prSet presAssocID="{071E80CC-760C-4875-9D72-55F613C1BF0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31FB726-C178-43AD-9B0F-10526A2244DA}" type="pres">
      <dgm:prSet presAssocID="{D6E52F3B-2916-4640-AE38-51717D6D23B3}" presName="spacer" presStyleCnt="0"/>
      <dgm:spPr/>
    </dgm:pt>
    <dgm:pt modelId="{4DE26E03-56DA-474F-A4B2-305681E9737D}" type="pres">
      <dgm:prSet presAssocID="{4DB9F373-8108-4B61-A07E-95B4963AF36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8B01D8B-08F1-4D33-A16F-EFEBFF8A6929}" type="pres">
      <dgm:prSet presAssocID="{1FC00FF9-9EC5-4FFC-A3B0-5DA84E804841}" presName="spacer" presStyleCnt="0"/>
      <dgm:spPr/>
    </dgm:pt>
    <dgm:pt modelId="{687CD000-B4D8-4CA5-9C34-37F5D8CD7D22}" type="pres">
      <dgm:prSet presAssocID="{B3B7AA33-E5D9-4184-9C84-50E5DECA910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CF08E0D-C186-4F7D-86CC-86570846AF60}" type="presOf" srcId="{071E80CC-760C-4875-9D72-55F613C1BF01}" destId="{FE7471CF-3203-4F4F-9B65-262669F56BFB}" srcOrd="0" destOrd="0" presId="urn:microsoft.com/office/officeart/2005/8/layout/vList2"/>
    <dgm:cxn modelId="{B8B84012-C057-42D1-A418-43A9FCA7FC22}" srcId="{EC326965-E81A-449D-AA90-7F85A2BF40A7}" destId="{4DB9F373-8108-4B61-A07E-95B4963AF365}" srcOrd="1" destOrd="0" parTransId="{2C55F11D-F16B-4633-917A-474C55D6C929}" sibTransId="{1FC00FF9-9EC5-4FFC-A3B0-5DA84E804841}"/>
    <dgm:cxn modelId="{8618D256-C835-465D-BE13-65FE5332F276}" srcId="{EC326965-E81A-449D-AA90-7F85A2BF40A7}" destId="{071E80CC-760C-4875-9D72-55F613C1BF01}" srcOrd="0" destOrd="0" parTransId="{1FFD0422-9BE2-4F90-A85A-AE75008485B0}" sibTransId="{D6E52F3B-2916-4640-AE38-51717D6D23B3}"/>
    <dgm:cxn modelId="{C191457D-0A39-40C7-8C6D-D549B8F64CC8}" srcId="{EC326965-E81A-449D-AA90-7F85A2BF40A7}" destId="{B3B7AA33-E5D9-4184-9C84-50E5DECA910C}" srcOrd="2" destOrd="0" parTransId="{D1B7BD95-A580-4A8B-919A-AB6445507670}" sibTransId="{31A3965D-9F45-47E4-B083-11D5BB2EE69B}"/>
    <dgm:cxn modelId="{BF2F5AC4-72D8-450A-8540-A17ACD212552}" type="presOf" srcId="{B3B7AA33-E5D9-4184-9C84-50E5DECA910C}" destId="{687CD000-B4D8-4CA5-9C34-37F5D8CD7D22}" srcOrd="0" destOrd="0" presId="urn:microsoft.com/office/officeart/2005/8/layout/vList2"/>
    <dgm:cxn modelId="{A4B0C1C6-C518-4E20-B4FA-96582D58D229}" type="presOf" srcId="{4DB9F373-8108-4B61-A07E-95B4963AF365}" destId="{4DE26E03-56DA-474F-A4B2-305681E9737D}" srcOrd="0" destOrd="0" presId="urn:microsoft.com/office/officeart/2005/8/layout/vList2"/>
    <dgm:cxn modelId="{CA0390D4-2266-4E03-8F6D-24B9EE733B61}" type="presOf" srcId="{EC326965-E81A-449D-AA90-7F85A2BF40A7}" destId="{E9AAA240-71B8-47A4-BCE4-CA4D8E323450}" srcOrd="0" destOrd="0" presId="urn:microsoft.com/office/officeart/2005/8/layout/vList2"/>
    <dgm:cxn modelId="{77BA525B-F025-466E-B39F-CB5322463108}" type="presParOf" srcId="{E9AAA240-71B8-47A4-BCE4-CA4D8E323450}" destId="{FE7471CF-3203-4F4F-9B65-262669F56BFB}" srcOrd="0" destOrd="0" presId="urn:microsoft.com/office/officeart/2005/8/layout/vList2"/>
    <dgm:cxn modelId="{93CE264B-2FFA-4813-8FBF-99E0923118AE}" type="presParOf" srcId="{E9AAA240-71B8-47A4-BCE4-CA4D8E323450}" destId="{D31FB726-C178-43AD-9B0F-10526A2244DA}" srcOrd="1" destOrd="0" presId="urn:microsoft.com/office/officeart/2005/8/layout/vList2"/>
    <dgm:cxn modelId="{2232D160-2E25-4314-A747-2E99E755AF03}" type="presParOf" srcId="{E9AAA240-71B8-47A4-BCE4-CA4D8E323450}" destId="{4DE26E03-56DA-474F-A4B2-305681E9737D}" srcOrd="2" destOrd="0" presId="urn:microsoft.com/office/officeart/2005/8/layout/vList2"/>
    <dgm:cxn modelId="{FB86B4FA-0D39-4019-B947-351139680623}" type="presParOf" srcId="{E9AAA240-71B8-47A4-BCE4-CA4D8E323450}" destId="{78B01D8B-08F1-4D33-A16F-EFEBFF8A6929}" srcOrd="3" destOrd="0" presId="urn:microsoft.com/office/officeart/2005/8/layout/vList2"/>
    <dgm:cxn modelId="{DC09D3CA-EF2D-41E9-AD9F-27CCFB0F1BE3}" type="presParOf" srcId="{E9AAA240-71B8-47A4-BCE4-CA4D8E323450}" destId="{687CD000-B4D8-4CA5-9C34-37F5D8CD7D2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CA7A8E-82EA-44E7-955D-C5D88F9F77C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165AE9A-C3D6-4DAC-9C40-DCEF3F0C6553}">
      <dgm:prSet/>
      <dgm:spPr/>
      <dgm:t>
        <a:bodyPr/>
        <a:lstStyle/>
        <a:p>
          <a:r>
            <a:rPr lang="en-GB" b="1"/>
            <a:t>Gossip Protocols:</a:t>
          </a:r>
          <a:r>
            <a:rPr lang="en-GB"/>
            <a:t> Nodes periodically "gossip" to exchange information about data state. </a:t>
          </a:r>
          <a:endParaRPr lang="en-US"/>
        </a:p>
      </dgm:t>
    </dgm:pt>
    <dgm:pt modelId="{EB0B2EF9-EA22-48FF-9305-3DABD2345708}" type="parTrans" cxnId="{19939BE1-4D5F-494B-A37D-F4605D46CE69}">
      <dgm:prSet/>
      <dgm:spPr/>
      <dgm:t>
        <a:bodyPr/>
        <a:lstStyle/>
        <a:p>
          <a:endParaRPr lang="en-US"/>
        </a:p>
      </dgm:t>
    </dgm:pt>
    <dgm:pt modelId="{F3FEC413-1036-4E39-A1EE-27E8A9CE9549}" type="sibTrans" cxnId="{19939BE1-4D5F-494B-A37D-F4605D46CE69}">
      <dgm:prSet/>
      <dgm:spPr/>
      <dgm:t>
        <a:bodyPr/>
        <a:lstStyle/>
        <a:p>
          <a:endParaRPr lang="en-US"/>
        </a:p>
      </dgm:t>
    </dgm:pt>
    <dgm:pt modelId="{6C255CDB-C2AD-4791-8DAB-DBC01D029136}">
      <dgm:prSet/>
      <dgm:spPr/>
      <dgm:t>
        <a:bodyPr/>
        <a:lstStyle/>
        <a:p>
          <a:r>
            <a:rPr lang="en-GB" b="1"/>
            <a:t>Read Repair:</a:t>
          </a:r>
          <a:r>
            <a:rPr lang="en-GB"/>
            <a:t> When a client reads data and the system detects a discrepancy between replicas, it repairs it "on the fly". </a:t>
          </a:r>
          <a:endParaRPr lang="en-US"/>
        </a:p>
      </dgm:t>
    </dgm:pt>
    <dgm:pt modelId="{E8F10C36-F562-4298-B7EF-1D7E2EF28C46}" type="parTrans" cxnId="{28F2665E-261A-4F9F-9A46-B673DCAF346D}">
      <dgm:prSet/>
      <dgm:spPr/>
      <dgm:t>
        <a:bodyPr/>
        <a:lstStyle/>
        <a:p>
          <a:endParaRPr lang="en-US"/>
        </a:p>
      </dgm:t>
    </dgm:pt>
    <dgm:pt modelId="{FDF8D93A-B5A2-4DCA-BC04-68FBE7BE21ED}" type="sibTrans" cxnId="{28F2665E-261A-4F9F-9A46-B673DCAF346D}">
      <dgm:prSet/>
      <dgm:spPr/>
      <dgm:t>
        <a:bodyPr/>
        <a:lstStyle/>
        <a:p>
          <a:endParaRPr lang="en-US"/>
        </a:p>
      </dgm:t>
    </dgm:pt>
    <dgm:pt modelId="{930C45C3-6B3C-48CF-A7BA-8F0C5D0250BC}">
      <dgm:prSet/>
      <dgm:spPr/>
      <dgm:t>
        <a:bodyPr/>
        <a:lstStyle/>
        <a:p>
          <a:r>
            <a:rPr lang="en-GB" b="1"/>
            <a:t>Conflict Resolution Strategies</a:t>
          </a:r>
          <a:r>
            <a:rPr lang="en-GB"/>
            <a:t>: </a:t>
          </a:r>
          <a:endParaRPr lang="en-US"/>
        </a:p>
      </dgm:t>
    </dgm:pt>
    <dgm:pt modelId="{D7C18BEB-6BF1-4B4A-8635-A36C26AFD026}" type="parTrans" cxnId="{A610F171-3213-428A-90CD-7902C5A3DC79}">
      <dgm:prSet/>
      <dgm:spPr/>
      <dgm:t>
        <a:bodyPr/>
        <a:lstStyle/>
        <a:p>
          <a:endParaRPr lang="en-US"/>
        </a:p>
      </dgm:t>
    </dgm:pt>
    <dgm:pt modelId="{E0086035-3539-4140-8E90-D9211342D763}" type="sibTrans" cxnId="{A610F171-3213-428A-90CD-7902C5A3DC79}">
      <dgm:prSet/>
      <dgm:spPr/>
      <dgm:t>
        <a:bodyPr/>
        <a:lstStyle/>
        <a:p>
          <a:endParaRPr lang="en-US"/>
        </a:p>
      </dgm:t>
    </dgm:pt>
    <dgm:pt modelId="{D5633898-D1A1-4CEA-9765-0C5C97F9C546}">
      <dgm:prSet/>
      <dgm:spPr/>
      <dgm:t>
        <a:bodyPr/>
        <a:lstStyle/>
        <a:p>
          <a:r>
            <a:rPr lang="en-GB" b="1"/>
            <a:t>Last Write Wins </a:t>
          </a:r>
          <a:r>
            <a:rPr lang="en-GB"/>
            <a:t>(LWW): The latest timestamp wins. </a:t>
          </a:r>
          <a:endParaRPr lang="en-US"/>
        </a:p>
      </dgm:t>
    </dgm:pt>
    <dgm:pt modelId="{9B5CD6EC-2C43-4D53-8476-FED6EE5EA85D}" type="parTrans" cxnId="{EED25BB0-1AA6-4008-8A61-9125655A40DF}">
      <dgm:prSet/>
      <dgm:spPr/>
      <dgm:t>
        <a:bodyPr/>
        <a:lstStyle/>
        <a:p>
          <a:endParaRPr lang="en-US"/>
        </a:p>
      </dgm:t>
    </dgm:pt>
    <dgm:pt modelId="{84A4DF76-79C0-4301-9346-526059B0D0B5}" type="sibTrans" cxnId="{EED25BB0-1AA6-4008-8A61-9125655A40DF}">
      <dgm:prSet/>
      <dgm:spPr/>
      <dgm:t>
        <a:bodyPr/>
        <a:lstStyle/>
        <a:p>
          <a:endParaRPr lang="en-US"/>
        </a:p>
      </dgm:t>
    </dgm:pt>
    <dgm:pt modelId="{4C336D92-472D-49E8-948E-D4FB27B310BD}">
      <dgm:prSet/>
      <dgm:spPr/>
      <dgm:t>
        <a:bodyPr/>
        <a:lstStyle/>
        <a:p>
          <a:r>
            <a:rPr lang="en-GB" b="1"/>
            <a:t>Vector Clocks</a:t>
          </a:r>
          <a:r>
            <a:rPr lang="en-GB"/>
            <a:t>: Tracks causality of versions.</a:t>
          </a:r>
          <a:endParaRPr lang="en-US"/>
        </a:p>
      </dgm:t>
    </dgm:pt>
    <dgm:pt modelId="{17F59347-06E3-43B2-BC85-E9F6E04C85B9}" type="parTrans" cxnId="{BEB30F03-AE08-49F2-B9DB-7EFA35206F2F}">
      <dgm:prSet/>
      <dgm:spPr/>
      <dgm:t>
        <a:bodyPr/>
        <a:lstStyle/>
        <a:p>
          <a:endParaRPr lang="en-US"/>
        </a:p>
      </dgm:t>
    </dgm:pt>
    <dgm:pt modelId="{EEE5DA5F-627F-440D-A4A6-7BF456BB8A04}" type="sibTrans" cxnId="{BEB30F03-AE08-49F2-B9DB-7EFA35206F2F}">
      <dgm:prSet/>
      <dgm:spPr/>
      <dgm:t>
        <a:bodyPr/>
        <a:lstStyle/>
        <a:p>
          <a:endParaRPr lang="en-US"/>
        </a:p>
      </dgm:t>
    </dgm:pt>
    <dgm:pt modelId="{53242A81-3420-4C64-94DF-CB3286B60D8F}" type="pres">
      <dgm:prSet presAssocID="{9FCA7A8E-82EA-44E7-955D-C5D88F9F77C7}" presName="linear" presStyleCnt="0">
        <dgm:presLayoutVars>
          <dgm:animLvl val="lvl"/>
          <dgm:resizeHandles val="exact"/>
        </dgm:presLayoutVars>
      </dgm:prSet>
      <dgm:spPr/>
    </dgm:pt>
    <dgm:pt modelId="{EC885F79-0991-495D-9233-04CCB6CBE4E6}" type="pres">
      <dgm:prSet presAssocID="{B165AE9A-C3D6-4DAC-9C40-DCEF3F0C65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AB5813A-3487-4282-BC4E-17AC949A023E}" type="pres">
      <dgm:prSet presAssocID="{F3FEC413-1036-4E39-A1EE-27E8A9CE9549}" presName="spacer" presStyleCnt="0"/>
      <dgm:spPr/>
    </dgm:pt>
    <dgm:pt modelId="{DB634C5F-4F35-420A-A0DE-95567E566BD1}" type="pres">
      <dgm:prSet presAssocID="{6C255CDB-C2AD-4791-8DAB-DBC01D02913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20F5DB6-317C-4907-890D-E1624C54C3CC}" type="pres">
      <dgm:prSet presAssocID="{FDF8D93A-B5A2-4DCA-BC04-68FBE7BE21ED}" presName="spacer" presStyleCnt="0"/>
      <dgm:spPr/>
    </dgm:pt>
    <dgm:pt modelId="{532B83B9-D038-4B6D-BBED-CE5497B2929D}" type="pres">
      <dgm:prSet presAssocID="{930C45C3-6B3C-48CF-A7BA-8F0C5D0250B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A3B8C5C-D6A6-4A84-B550-61B56E19510D}" type="pres">
      <dgm:prSet presAssocID="{930C45C3-6B3C-48CF-A7BA-8F0C5D0250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EB30F03-AE08-49F2-B9DB-7EFA35206F2F}" srcId="{930C45C3-6B3C-48CF-A7BA-8F0C5D0250BC}" destId="{4C336D92-472D-49E8-948E-D4FB27B310BD}" srcOrd="1" destOrd="0" parTransId="{17F59347-06E3-43B2-BC85-E9F6E04C85B9}" sibTransId="{EEE5DA5F-627F-440D-A4A6-7BF456BB8A04}"/>
    <dgm:cxn modelId="{C863070E-8070-403F-B122-B98DC6A6FB5D}" type="presOf" srcId="{4C336D92-472D-49E8-948E-D4FB27B310BD}" destId="{EA3B8C5C-D6A6-4A84-B550-61B56E19510D}" srcOrd="0" destOrd="1" presId="urn:microsoft.com/office/officeart/2005/8/layout/vList2"/>
    <dgm:cxn modelId="{28F2665E-261A-4F9F-9A46-B673DCAF346D}" srcId="{9FCA7A8E-82EA-44E7-955D-C5D88F9F77C7}" destId="{6C255CDB-C2AD-4791-8DAB-DBC01D029136}" srcOrd="1" destOrd="0" parTransId="{E8F10C36-F562-4298-B7EF-1D7E2EF28C46}" sibTransId="{FDF8D93A-B5A2-4DCA-BC04-68FBE7BE21ED}"/>
    <dgm:cxn modelId="{3DDB4965-BB55-4F6B-BAA2-1AD6DD54F3D4}" type="presOf" srcId="{D5633898-D1A1-4CEA-9765-0C5C97F9C546}" destId="{EA3B8C5C-D6A6-4A84-B550-61B56E19510D}" srcOrd="0" destOrd="0" presId="urn:microsoft.com/office/officeart/2005/8/layout/vList2"/>
    <dgm:cxn modelId="{8254B149-2248-4B78-87E6-62B931507C92}" type="presOf" srcId="{B165AE9A-C3D6-4DAC-9C40-DCEF3F0C6553}" destId="{EC885F79-0991-495D-9233-04CCB6CBE4E6}" srcOrd="0" destOrd="0" presId="urn:microsoft.com/office/officeart/2005/8/layout/vList2"/>
    <dgm:cxn modelId="{A610F171-3213-428A-90CD-7902C5A3DC79}" srcId="{9FCA7A8E-82EA-44E7-955D-C5D88F9F77C7}" destId="{930C45C3-6B3C-48CF-A7BA-8F0C5D0250BC}" srcOrd="2" destOrd="0" parTransId="{D7C18BEB-6BF1-4B4A-8635-A36C26AFD026}" sibTransId="{E0086035-3539-4140-8E90-D9211342D763}"/>
    <dgm:cxn modelId="{A89D6CA3-521E-41E0-AE93-E207BC91A586}" type="presOf" srcId="{6C255CDB-C2AD-4791-8DAB-DBC01D029136}" destId="{DB634C5F-4F35-420A-A0DE-95567E566BD1}" srcOrd="0" destOrd="0" presId="urn:microsoft.com/office/officeart/2005/8/layout/vList2"/>
    <dgm:cxn modelId="{EED25BB0-1AA6-4008-8A61-9125655A40DF}" srcId="{930C45C3-6B3C-48CF-A7BA-8F0C5D0250BC}" destId="{D5633898-D1A1-4CEA-9765-0C5C97F9C546}" srcOrd="0" destOrd="0" parTransId="{9B5CD6EC-2C43-4D53-8476-FED6EE5EA85D}" sibTransId="{84A4DF76-79C0-4301-9346-526059B0D0B5}"/>
    <dgm:cxn modelId="{6BD234BC-EBDE-468A-93C8-DDDEE62F4DFB}" type="presOf" srcId="{9FCA7A8E-82EA-44E7-955D-C5D88F9F77C7}" destId="{53242A81-3420-4C64-94DF-CB3286B60D8F}" srcOrd="0" destOrd="0" presId="urn:microsoft.com/office/officeart/2005/8/layout/vList2"/>
    <dgm:cxn modelId="{423863D5-9A77-49E8-860D-25F0195A7EFF}" type="presOf" srcId="{930C45C3-6B3C-48CF-A7BA-8F0C5D0250BC}" destId="{532B83B9-D038-4B6D-BBED-CE5497B2929D}" srcOrd="0" destOrd="0" presId="urn:microsoft.com/office/officeart/2005/8/layout/vList2"/>
    <dgm:cxn modelId="{19939BE1-4D5F-494B-A37D-F4605D46CE69}" srcId="{9FCA7A8E-82EA-44E7-955D-C5D88F9F77C7}" destId="{B165AE9A-C3D6-4DAC-9C40-DCEF3F0C6553}" srcOrd="0" destOrd="0" parTransId="{EB0B2EF9-EA22-48FF-9305-3DABD2345708}" sibTransId="{F3FEC413-1036-4E39-A1EE-27E8A9CE9549}"/>
    <dgm:cxn modelId="{8D3991BF-6311-4C8F-8F36-067161CC7450}" type="presParOf" srcId="{53242A81-3420-4C64-94DF-CB3286B60D8F}" destId="{EC885F79-0991-495D-9233-04CCB6CBE4E6}" srcOrd="0" destOrd="0" presId="urn:microsoft.com/office/officeart/2005/8/layout/vList2"/>
    <dgm:cxn modelId="{0166453C-5C7D-4EFC-A792-E52CAE3D012B}" type="presParOf" srcId="{53242A81-3420-4C64-94DF-CB3286B60D8F}" destId="{1AB5813A-3487-4282-BC4E-17AC949A023E}" srcOrd="1" destOrd="0" presId="urn:microsoft.com/office/officeart/2005/8/layout/vList2"/>
    <dgm:cxn modelId="{51482933-9D33-47DD-B45D-C28604DA50D4}" type="presParOf" srcId="{53242A81-3420-4C64-94DF-CB3286B60D8F}" destId="{DB634C5F-4F35-420A-A0DE-95567E566BD1}" srcOrd="2" destOrd="0" presId="urn:microsoft.com/office/officeart/2005/8/layout/vList2"/>
    <dgm:cxn modelId="{457B50D5-0919-49F9-B539-CD71730CD0B5}" type="presParOf" srcId="{53242A81-3420-4C64-94DF-CB3286B60D8F}" destId="{D20F5DB6-317C-4907-890D-E1624C54C3CC}" srcOrd="3" destOrd="0" presId="urn:microsoft.com/office/officeart/2005/8/layout/vList2"/>
    <dgm:cxn modelId="{D5A893B4-8CE1-43F4-B96B-F85C67980B01}" type="presParOf" srcId="{53242A81-3420-4C64-94DF-CB3286B60D8F}" destId="{532B83B9-D038-4B6D-BBED-CE5497B2929D}" srcOrd="4" destOrd="0" presId="urn:microsoft.com/office/officeart/2005/8/layout/vList2"/>
    <dgm:cxn modelId="{EA010A90-4B5B-4933-AED3-860C4AEBADB6}" type="presParOf" srcId="{53242A81-3420-4C64-94DF-CB3286B60D8F}" destId="{EA3B8C5C-D6A6-4A84-B550-61B56E19510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678DF33-B111-4DF2-B8A1-85AD3CA69A75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DF0526-3015-47C8-A68C-24DA7622C01A}">
      <dgm:prSet/>
      <dgm:spPr/>
      <dgm:t>
        <a:bodyPr/>
        <a:lstStyle/>
        <a:p>
          <a:r>
            <a:rPr lang="en-US" b="1"/>
            <a:t>Advantages</a:t>
          </a:r>
          <a:r>
            <a:rPr lang="en-US"/>
            <a:t>:</a:t>
          </a:r>
        </a:p>
      </dgm:t>
    </dgm:pt>
    <dgm:pt modelId="{8C8C8A61-5FFD-41AE-9888-C60AF45F0A26}" type="parTrans" cxnId="{ED30FA74-91E5-4E39-B0D1-B50517660DF2}">
      <dgm:prSet/>
      <dgm:spPr/>
      <dgm:t>
        <a:bodyPr/>
        <a:lstStyle/>
        <a:p>
          <a:endParaRPr lang="en-US"/>
        </a:p>
      </dgm:t>
    </dgm:pt>
    <dgm:pt modelId="{57F8DBB6-D314-44F1-9E88-71B2EF80F96B}" type="sibTrans" cxnId="{ED30FA74-91E5-4E39-B0D1-B50517660DF2}">
      <dgm:prSet/>
      <dgm:spPr/>
      <dgm:t>
        <a:bodyPr/>
        <a:lstStyle/>
        <a:p>
          <a:endParaRPr lang="en-US"/>
        </a:p>
      </dgm:t>
    </dgm:pt>
    <dgm:pt modelId="{4C05D76C-1BBD-4451-A80D-E1D69F85D5DE}">
      <dgm:prSet/>
      <dgm:spPr/>
      <dgm:t>
        <a:bodyPr/>
        <a:lstStyle/>
        <a:p>
          <a:r>
            <a:rPr lang="en-US"/>
            <a:t>Massive horizontal scalability. </a:t>
          </a:r>
        </a:p>
      </dgm:t>
    </dgm:pt>
    <dgm:pt modelId="{1F062BDC-E7D3-4205-BD99-2E9156D940B1}" type="parTrans" cxnId="{C39FA266-B168-4AE8-8A44-997CDC601BA6}">
      <dgm:prSet/>
      <dgm:spPr/>
      <dgm:t>
        <a:bodyPr/>
        <a:lstStyle/>
        <a:p>
          <a:endParaRPr lang="en-US"/>
        </a:p>
      </dgm:t>
    </dgm:pt>
    <dgm:pt modelId="{2AC28E10-C1F7-4564-AE55-6C38E61C9606}" type="sibTrans" cxnId="{C39FA266-B168-4AE8-8A44-997CDC601BA6}">
      <dgm:prSet/>
      <dgm:spPr/>
      <dgm:t>
        <a:bodyPr/>
        <a:lstStyle/>
        <a:p>
          <a:endParaRPr lang="en-US"/>
        </a:p>
      </dgm:t>
    </dgm:pt>
    <dgm:pt modelId="{06135845-4667-450F-BA23-B069340B3615}">
      <dgm:prSet/>
      <dgm:spPr/>
      <dgm:t>
        <a:bodyPr/>
        <a:lstStyle/>
        <a:p>
          <a:r>
            <a:rPr lang="en-US"/>
            <a:t>Low latency (fast query response). </a:t>
          </a:r>
        </a:p>
      </dgm:t>
    </dgm:pt>
    <dgm:pt modelId="{0A2B8C02-D853-4761-B3A3-44898AA07864}" type="parTrans" cxnId="{905E038A-DBE5-41AA-BA43-4D9B193C2890}">
      <dgm:prSet/>
      <dgm:spPr/>
      <dgm:t>
        <a:bodyPr/>
        <a:lstStyle/>
        <a:p>
          <a:endParaRPr lang="en-US"/>
        </a:p>
      </dgm:t>
    </dgm:pt>
    <dgm:pt modelId="{6F9C9DEB-38DB-403E-84BA-672195909894}" type="sibTrans" cxnId="{905E038A-DBE5-41AA-BA43-4D9B193C2890}">
      <dgm:prSet/>
      <dgm:spPr/>
      <dgm:t>
        <a:bodyPr/>
        <a:lstStyle/>
        <a:p>
          <a:endParaRPr lang="en-US"/>
        </a:p>
      </dgm:t>
    </dgm:pt>
    <dgm:pt modelId="{168D6C4D-262C-4244-BD87-E45D0848A3D4}">
      <dgm:prSet/>
      <dgm:spPr/>
      <dgm:t>
        <a:bodyPr/>
        <a:lstStyle/>
        <a:p>
          <a:r>
            <a:rPr lang="en-US"/>
            <a:t>Resilience to node failure. </a:t>
          </a:r>
        </a:p>
      </dgm:t>
    </dgm:pt>
    <dgm:pt modelId="{48A3C201-26F9-4A2A-983F-F298C6B5DA07}" type="parTrans" cxnId="{5D8DD205-0B88-4789-ACA0-3E318B32144F}">
      <dgm:prSet/>
      <dgm:spPr/>
      <dgm:t>
        <a:bodyPr/>
        <a:lstStyle/>
        <a:p>
          <a:endParaRPr lang="en-US"/>
        </a:p>
      </dgm:t>
    </dgm:pt>
    <dgm:pt modelId="{724B1C34-858E-423A-BBE3-D181E4D9E770}" type="sibTrans" cxnId="{5D8DD205-0B88-4789-ACA0-3E318B32144F}">
      <dgm:prSet/>
      <dgm:spPr/>
      <dgm:t>
        <a:bodyPr/>
        <a:lstStyle/>
        <a:p>
          <a:endParaRPr lang="en-US"/>
        </a:p>
      </dgm:t>
    </dgm:pt>
    <dgm:pt modelId="{68251401-4CD2-4458-B076-6E5851412DFE}">
      <dgm:prSet/>
      <dgm:spPr/>
      <dgm:t>
        <a:bodyPr/>
        <a:lstStyle/>
        <a:p>
          <a:r>
            <a:rPr lang="en-US" b="1"/>
            <a:t>Disadvantages</a:t>
          </a:r>
          <a:r>
            <a:rPr lang="en-US"/>
            <a:t>: </a:t>
          </a:r>
        </a:p>
      </dgm:t>
    </dgm:pt>
    <dgm:pt modelId="{D8645A05-8AA5-4211-80AE-F196E91935C1}" type="parTrans" cxnId="{447E6019-BFEB-4129-9DF0-E599C0286FCE}">
      <dgm:prSet/>
      <dgm:spPr/>
      <dgm:t>
        <a:bodyPr/>
        <a:lstStyle/>
        <a:p>
          <a:endParaRPr lang="en-US"/>
        </a:p>
      </dgm:t>
    </dgm:pt>
    <dgm:pt modelId="{3F41FC74-2914-4C9A-9621-DFB83C4E6F2A}" type="sibTrans" cxnId="{447E6019-BFEB-4129-9DF0-E599C0286FCE}">
      <dgm:prSet/>
      <dgm:spPr/>
      <dgm:t>
        <a:bodyPr/>
        <a:lstStyle/>
        <a:p>
          <a:endParaRPr lang="en-US"/>
        </a:p>
      </dgm:t>
    </dgm:pt>
    <dgm:pt modelId="{4B534674-4600-47A8-860C-561B47394A70}">
      <dgm:prSet/>
      <dgm:spPr/>
      <dgm:t>
        <a:bodyPr/>
        <a:lstStyle/>
        <a:p>
          <a:r>
            <a:rPr lang="en-US"/>
            <a:t>Developer complexity (must handle stale data in code). </a:t>
          </a:r>
        </a:p>
      </dgm:t>
    </dgm:pt>
    <dgm:pt modelId="{CE360CCA-E5BB-4FEA-84AD-442E0719969F}" type="parTrans" cxnId="{ECE08EA0-7BF4-4899-8087-C2659E27219E}">
      <dgm:prSet/>
      <dgm:spPr/>
      <dgm:t>
        <a:bodyPr/>
        <a:lstStyle/>
        <a:p>
          <a:endParaRPr lang="en-US"/>
        </a:p>
      </dgm:t>
    </dgm:pt>
    <dgm:pt modelId="{C34A0120-0296-43E2-80C8-317B15A0A26C}" type="sibTrans" cxnId="{ECE08EA0-7BF4-4899-8087-C2659E27219E}">
      <dgm:prSet/>
      <dgm:spPr/>
      <dgm:t>
        <a:bodyPr/>
        <a:lstStyle/>
        <a:p>
          <a:endParaRPr lang="en-US"/>
        </a:p>
      </dgm:t>
    </dgm:pt>
    <dgm:pt modelId="{2D11195B-54B5-4B6C-AAB0-ACA6ED40CFD8}">
      <dgm:prSet/>
      <dgm:spPr/>
      <dgm:t>
        <a:bodyPr/>
        <a:lstStyle/>
        <a:p>
          <a:r>
            <a:rPr lang="en-US"/>
            <a:t>Not suitable for critical data (e.g., financial transactions). </a:t>
          </a:r>
        </a:p>
      </dgm:t>
    </dgm:pt>
    <dgm:pt modelId="{7C531937-C27D-473C-A568-2FA381B6BE0A}" type="parTrans" cxnId="{E1FA0AC3-F3B9-438D-AC98-91A0D05F7ED2}">
      <dgm:prSet/>
      <dgm:spPr/>
      <dgm:t>
        <a:bodyPr/>
        <a:lstStyle/>
        <a:p>
          <a:endParaRPr lang="en-US"/>
        </a:p>
      </dgm:t>
    </dgm:pt>
    <dgm:pt modelId="{F56CAB8D-EFEA-4D5A-9B41-06870EFE3E35}" type="sibTrans" cxnId="{E1FA0AC3-F3B9-438D-AC98-91A0D05F7ED2}">
      <dgm:prSet/>
      <dgm:spPr/>
      <dgm:t>
        <a:bodyPr/>
        <a:lstStyle/>
        <a:p>
          <a:endParaRPr lang="en-US"/>
        </a:p>
      </dgm:t>
    </dgm:pt>
    <dgm:pt modelId="{43979FEF-D60C-412E-B4B7-67CC8703C150}">
      <dgm:prSet/>
      <dgm:spPr/>
      <dgm:t>
        <a:bodyPr/>
        <a:lstStyle/>
        <a:p>
          <a:r>
            <a:rPr lang="en-US"/>
            <a:t>Difficult debugging (fluid state).</a:t>
          </a:r>
        </a:p>
      </dgm:t>
    </dgm:pt>
    <dgm:pt modelId="{236C1340-8A88-4DBD-A037-601D9A3139A3}" type="parTrans" cxnId="{FD0CEA15-23F1-407E-8994-746DBF359EFB}">
      <dgm:prSet/>
      <dgm:spPr/>
      <dgm:t>
        <a:bodyPr/>
        <a:lstStyle/>
        <a:p>
          <a:endParaRPr lang="en-US"/>
        </a:p>
      </dgm:t>
    </dgm:pt>
    <dgm:pt modelId="{10335B6B-6E89-4167-BE46-686A985B1733}" type="sibTrans" cxnId="{FD0CEA15-23F1-407E-8994-746DBF359EFB}">
      <dgm:prSet/>
      <dgm:spPr/>
      <dgm:t>
        <a:bodyPr/>
        <a:lstStyle/>
        <a:p>
          <a:endParaRPr lang="en-US"/>
        </a:p>
      </dgm:t>
    </dgm:pt>
    <dgm:pt modelId="{CF10AE96-43C4-40CB-977B-43D7DE4B0ADC}" type="pres">
      <dgm:prSet presAssocID="{B678DF33-B111-4DF2-B8A1-85AD3CA69A75}" presName="linear" presStyleCnt="0">
        <dgm:presLayoutVars>
          <dgm:dir/>
          <dgm:animLvl val="lvl"/>
          <dgm:resizeHandles val="exact"/>
        </dgm:presLayoutVars>
      </dgm:prSet>
      <dgm:spPr/>
    </dgm:pt>
    <dgm:pt modelId="{2A7248E8-863A-4A02-B5CD-C251BD59A0C2}" type="pres">
      <dgm:prSet presAssocID="{7CDF0526-3015-47C8-A68C-24DA7622C01A}" presName="parentLin" presStyleCnt="0"/>
      <dgm:spPr/>
    </dgm:pt>
    <dgm:pt modelId="{855CC979-F597-4EBF-B068-A9527E180E88}" type="pres">
      <dgm:prSet presAssocID="{7CDF0526-3015-47C8-A68C-24DA7622C01A}" presName="parentLeftMargin" presStyleLbl="node1" presStyleIdx="0" presStyleCnt="2"/>
      <dgm:spPr/>
    </dgm:pt>
    <dgm:pt modelId="{FAA1277A-9B9C-4824-91BF-1019172EB2A5}" type="pres">
      <dgm:prSet presAssocID="{7CDF0526-3015-47C8-A68C-24DA7622C0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7086ECF-394B-48A4-90BA-F7D7DB462617}" type="pres">
      <dgm:prSet presAssocID="{7CDF0526-3015-47C8-A68C-24DA7622C01A}" presName="negativeSpace" presStyleCnt="0"/>
      <dgm:spPr/>
    </dgm:pt>
    <dgm:pt modelId="{2F5593EF-3C15-47EE-9AB7-78A6402BBC82}" type="pres">
      <dgm:prSet presAssocID="{7CDF0526-3015-47C8-A68C-24DA7622C01A}" presName="childText" presStyleLbl="conFgAcc1" presStyleIdx="0" presStyleCnt="2">
        <dgm:presLayoutVars>
          <dgm:bulletEnabled val="1"/>
        </dgm:presLayoutVars>
      </dgm:prSet>
      <dgm:spPr/>
    </dgm:pt>
    <dgm:pt modelId="{EC08588D-002C-4291-AF91-506DA154A0D5}" type="pres">
      <dgm:prSet presAssocID="{57F8DBB6-D314-44F1-9E88-71B2EF80F96B}" presName="spaceBetweenRectangles" presStyleCnt="0"/>
      <dgm:spPr/>
    </dgm:pt>
    <dgm:pt modelId="{5AE178B4-5DEA-457B-85C4-C3FDC73A9A0D}" type="pres">
      <dgm:prSet presAssocID="{68251401-4CD2-4458-B076-6E5851412DFE}" presName="parentLin" presStyleCnt="0"/>
      <dgm:spPr/>
    </dgm:pt>
    <dgm:pt modelId="{8EFB0245-371B-4714-A95C-432921AE6DC7}" type="pres">
      <dgm:prSet presAssocID="{68251401-4CD2-4458-B076-6E5851412DFE}" presName="parentLeftMargin" presStyleLbl="node1" presStyleIdx="0" presStyleCnt="2"/>
      <dgm:spPr/>
    </dgm:pt>
    <dgm:pt modelId="{764C41C7-C396-4C03-9E05-80C61BF03045}" type="pres">
      <dgm:prSet presAssocID="{68251401-4CD2-4458-B076-6E5851412DF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F722D4B-29E7-42BF-9141-984C4198BCD3}" type="pres">
      <dgm:prSet presAssocID="{68251401-4CD2-4458-B076-6E5851412DFE}" presName="negativeSpace" presStyleCnt="0"/>
      <dgm:spPr/>
    </dgm:pt>
    <dgm:pt modelId="{999C5AA0-2390-4F5B-B8E0-9C8ABF2CE489}" type="pres">
      <dgm:prSet presAssocID="{68251401-4CD2-4458-B076-6E5851412DF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D8DD205-0B88-4789-ACA0-3E318B32144F}" srcId="{7CDF0526-3015-47C8-A68C-24DA7622C01A}" destId="{168D6C4D-262C-4244-BD87-E45D0848A3D4}" srcOrd="2" destOrd="0" parTransId="{48A3C201-26F9-4A2A-983F-F298C6B5DA07}" sibTransId="{724B1C34-858E-423A-BBE3-D181E4D9E770}"/>
    <dgm:cxn modelId="{FD0CEA15-23F1-407E-8994-746DBF359EFB}" srcId="{68251401-4CD2-4458-B076-6E5851412DFE}" destId="{43979FEF-D60C-412E-B4B7-67CC8703C150}" srcOrd="2" destOrd="0" parTransId="{236C1340-8A88-4DBD-A037-601D9A3139A3}" sibTransId="{10335B6B-6E89-4167-BE46-686A985B1733}"/>
    <dgm:cxn modelId="{447E6019-BFEB-4129-9DF0-E599C0286FCE}" srcId="{B678DF33-B111-4DF2-B8A1-85AD3CA69A75}" destId="{68251401-4CD2-4458-B076-6E5851412DFE}" srcOrd="1" destOrd="0" parTransId="{D8645A05-8AA5-4211-80AE-F196E91935C1}" sibTransId="{3F41FC74-2914-4C9A-9621-DFB83C4E6F2A}"/>
    <dgm:cxn modelId="{BEFE6E5E-D0CA-4DA7-B19B-F8C15803D321}" type="presOf" srcId="{68251401-4CD2-4458-B076-6E5851412DFE}" destId="{8EFB0245-371B-4714-A95C-432921AE6DC7}" srcOrd="0" destOrd="0" presId="urn:microsoft.com/office/officeart/2005/8/layout/list1"/>
    <dgm:cxn modelId="{C39FA266-B168-4AE8-8A44-997CDC601BA6}" srcId="{7CDF0526-3015-47C8-A68C-24DA7622C01A}" destId="{4C05D76C-1BBD-4451-A80D-E1D69F85D5DE}" srcOrd="0" destOrd="0" parTransId="{1F062BDC-E7D3-4205-BD99-2E9156D940B1}" sibTransId="{2AC28E10-C1F7-4564-AE55-6C38E61C9606}"/>
    <dgm:cxn modelId="{406D1669-260C-4E6E-8D72-96E996ADB16C}" type="presOf" srcId="{168D6C4D-262C-4244-BD87-E45D0848A3D4}" destId="{2F5593EF-3C15-47EE-9AB7-78A6402BBC82}" srcOrd="0" destOrd="2" presId="urn:microsoft.com/office/officeart/2005/8/layout/list1"/>
    <dgm:cxn modelId="{04A5C86F-CFA5-4786-B402-9D5A709BF19A}" type="presOf" srcId="{B678DF33-B111-4DF2-B8A1-85AD3CA69A75}" destId="{CF10AE96-43C4-40CB-977B-43D7DE4B0ADC}" srcOrd="0" destOrd="0" presId="urn:microsoft.com/office/officeart/2005/8/layout/list1"/>
    <dgm:cxn modelId="{ED30FA74-91E5-4E39-B0D1-B50517660DF2}" srcId="{B678DF33-B111-4DF2-B8A1-85AD3CA69A75}" destId="{7CDF0526-3015-47C8-A68C-24DA7622C01A}" srcOrd="0" destOrd="0" parTransId="{8C8C8A61-5FFD-41AE-9888-C60AF45F0A26}" sibTransId="{57F8DBB6-D314-44F1-9E88-71B2EF80F96B}"/>
    <dgm:cxn modelId="{905E038A-DBE5-41AA-BA43-4D9B193C2890}" srcId="{7CDF0526-3015-47C8-A68C-24DA7622C01A}" destId="{06135845-4667-450F-BA23-B069340B3615}" srcOrd="1" destOrd="0" parTransId="{0A2B8C02-D853-4761-B3A3-44898AA07864}" sibTransId="{6F9C9DEB-38DB-403E-84BA-672195909894}"/>
    <dgm:cxn modelId="{ECE08EA0-7BF4-4899-8087-C2659E27219E}" srcId="{68251401-4CD2-4458-B076-6E5851412DFE}" destId="{4B534674-4600-47A8-860C-561B47394A70}" srcOrd="0" destOrd="0" parTransId="{CE360CCA-E5BB-4FEA-84AD-442E0719969F}" sibTransId="{C34A0120-0296-43E2-80C8-317B15A0A26C}"/>
    <dgm:cxn modelId="{71618ABC-92E3-4236-A114-B0E38E240C38}" type="presOf" srcId="{68251401-4CD2-4458-B076-6E5851412DFE}" destId="{764C41C7-C396-4C03-9E05-80C61BF03045}" srcOrd="1" destOrd="0" presId="urn:microsoft.com/office/officeart/2005/8/layout/list1"/>
    <dgm:cxn modelId="{E1FA0AC3-F3B9-438D-AC98-91A0D05F7ED2}" srcId="{68251401-4CD2-4458-B076-6E5851412DFE}" destId="{2D11195B-54B5-4B6C-AAB0-ACA6ED40CFD8}" srcOrd="1" destOrd="0" parTransId="{7C531937-C27D-473C-A568-2FA381B6BE0A}" sibTransId="{F56CAB8D-EFEA-4D5A-9B41-06870EFE3E35}"/>
    <dgm:cxn modelId="{A7C030D1-95F8-4883-9599-94DA90392370}" type="presOf" srcId="{43979FEF-D60C-412E-B4B7-67CC8703C150}" destId="{999C5AA0-2390-4F5B-B8E0-9C8ABF2CE489}" srcOrd="0" destOrd="2" presId="urn:microsoft.com/office/officeart/2005/8/layout/list1"/>
    <dgm:cxn modelId="{630F2AEA-CD57-431F-BF94-4312F2456EB3}" type="presOf" srcId="{2D11195B-54B5-4B6C-AAB0-ACA6ED40CFD8}" destId="{999C5AA0-2390-4F5B-B8E0-9C8ABF2CE489}" srcOrd="0" destOrd="1" presId="urn:microsoft.com/office/officeart/2005/8/layout/list1"/>
    <dgm:cxn modelId="{CB6B0AED-751A-4DD3-8F0C-DB7F0E8B221B}" type="presOf" srcId="{06135845-4667-450F-BA23-B069340B3615}" destId="{2F5593EF-3C15-47EE-9AB7-78A6402BBC82}" srcOrd="0" destOrd="1" presId="urn:microsoft.com/office/officeart/2005/8/layout/list1"/>
    <dgm:cxn modelId="{6ABE35EF-F049-4225-A2B5-44A1E5EA63B3}" type="presOf" srcId="{7CDF0526-3015-47C8-A68C-24DA7622C01A}" destId="{FAA1277A-9B9C-4824-91BF-1019172EB2A5}" srcOrd="1" destOrd="0" presId="urn:microsoft.com/office/officeart/2005/8/layout/list1"/>
    <dgm:cxn modelId="{36E0BEF4-B736-498B-8808-594DBFA38B27}" type="presOf" srcId="{4C05D76C-1BBD-4451-A80D-E1D69F85D5DE}" destId="{2F5593EF-3C15-47EE-9AB7-78A6402BBC82}" srcOrd="0" destOrd="0" presId="urn:microsoft.com/office/officeart/2005/8/layout/list1"/>
    <dgm:cxn modelId="{98E31BFD-7D5F-437A-BFCA-11FEBE966DF1}" type="presOf" srcId="{7CDF0526-3015-47C8-A68C-24DA7622C01A}" destId="{855CC979-F597-4EBF-B068-A9527E180E88}" srcOrd="0" destOrd="0" presId="urn:microsoft.com/office/officeart/2005/8/layout/list1"/>
    <dgm:cxn modelId="{2AC428FE-B44A-45EF-BF10-89B7AA40DC0D}" type="presOf" srcId="{4B534674-4600-47A8-860C-561B47394A70}" destId="{999C5AA0-2390-4F5B-B8E0-9C8ABF2CE489}" srcOrd="0" destOrd="0" presId="urn:microsoft.com/office/officeart/2005/8/layout/list1"/>
    <dgm:cxn modelId="{E18B40B5-1F44-44CA-AD74-85D7AF8891C5}" type="presParOf" srcId="{CF10AE96-43C4-40CB-977B-43D7DE4B0ADC}" destId="{2A7248E8-863A-4A02-B5CD-C251BD59A0C2}" srcOrd="0" destOrd="0" presId="urn:microsoft.com/office/officeart/2005/8/layout/list1"/>
    <dgm:cxn modelId="{2FE478C5-194E-4967-B195-1A875F423D5C}" type="presParOf" srcId="{2A7248E8-863A-4A02-B5CD-C251BD59A0C2}" destId="{855CC979-F597-4EBF-B068-A9527E180E88}" srcOrd="0" destOrd="0" presId="urn:microsoft.com/office/officeart/2005/8/layout/list1"/>
    <dgm:cxn modelId="{D9353522-0A24-460B-A4B5-EB577A2C3B18}" type="presParOf" srcId="{2A7248E8-863A-4A02-B5CD-C251BD59A0C2}" destId="{FAA1277A-9B9C-4824-91BF-1019172EB2A5}" srcOrd="1" destOrd="0" presId="urn:microsoft.com/office/officeart/2005/8/layout/list1"/>
    <dgm:cxn modelId="{7BD4EDD6-7159-4583-A2FA-CFA7C9ED6765}" type="presParOf" srcId="{CF10AE96-43C4-40CB-977B-43D7DE4B0ADC}" destId="{A7086ECF-394B-48A4-90BA-F7D7DB462617}" srcOrd="1" destOrd="0" presId="urn:microsoft.com/office/officeart/2005/8/layout/list1"/>
    <dgm:cxn modelId="{16D9B28E-E62F-4BD2-A367-C4C7B2B53C89}" type="presParOf" srcId="{CF10AE96-43C4-40CB-977B-43D7DE4B0ADC}" destId="{2F5593EF-3C15-47EE-9AB7-78A6402BBC82}" srcOrd="2" destOrd="0" presId="urn:microsoft.com/office/officeart/2005/8/layout/list1"/>
    <dgm:cxn modelId="{953713E1-0CCD-4B4F-A690-B55B931933F7}" type="presParOf" srcId="{CF10AE96-43C4-40CB-977B-43D7DE4B0ADC}" destId="{EC08588D-002C-4291-AF91-506DA154A0D5}" srcOrd="3" destOrd="0" presId="urn:microsoft.com/office/officeart/2005/8/layout/list1"/>
    <dgm:cxn modelId="{8763980C-389D-4CCF-8853-3DDAC92DDB4C}" type="presParOf" srcId="{CF10AE96-43C4-40CB-977B-43D7DE4B0ADC}" destId="{5AE178B4-5DEA-457B-85C4-C3FDC73A9A0D}" srcOrd="4" destOrd="0" presId="urn:microsoft.com/office/officeart/2005/8/layout/list1"/>
    <dgm:cxn modelId="{2B6846B7-7A93-402B-86B6-810B3CC664C4}" type="presParOf" srcId="{5AE178B4-5DEA-457B-85C4-C3FDC73A9A0D}" destId="{8EFB0245-371B-4714-A95C-432921AE6DC7}" srcOrd="0" destOrd="0" presId="urn:microsoft.com/office/officeart/2005/8/layout/list1"/>
    <dgm:cxn modelId="{7D4C9632-A8E1-4DF0-B74D-5DFBDC007AD3}" type="presParOf" srcId="{5AE178B4-5DEA-457B-85C4-C3FDC73A9A0D}" destId="{764C41C7-C396-4C03-9E05-80C61BF03045}" srcOrd="1" destOrd="0" presId="urn:microsoft.com/office/officeart/2005/8/layout/list1"/>
    <dgm:cxn modelId="{48F407D4-C7AE-43CE-837C-7C0DD1246B8C}" type="presParOf" srcId="{CF10AE96-43C4-40CB-977B-43D7DE4B0ADC}" destId="{DF722D4B-29E7-42BF-9141-984C4198BCD3}" srcOrd="5" destOrd="0" presId="urn:microsoft.com/office/officeart/2005/8/layout/list1"/>
    <dgm:cxn modelId="{6321EB2E-E2D2-48A1-BE2D-021EC0F4E3D2}" type="presParOf" srcId="{CF10AE96-43C4-40CB-977B-43D7DE4B0ADC}" destId="{999C5AA0-2390-4F5B-B8E0-9C8ABF2CE48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40B0B9B-EB6B-4538-B29E-8CA9D2DCC0E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5441BD6-D2E1-4798-95F2-783C7EAA5898}">
      <dgm:prSet/>
      <dgm:spPr/>
      <dgm:t>
        <a:bodyPr/>
        <a:lstStyle/>
        <a:p>
          <a:r>
            <a:rPr lang="en-GB"/>
            <a:t>BASE emerged as a response to Big Data and Cloud Computing needs</a:t>
          </a:r>
          <a:r>
            <a:rPr lang="en-US"/>
            <a:t>.</a:t>
          </a:r>
        </a:p>
      </dgm:t>
    </dgm:pt>
    <dgm:pt modelId="{4353F70E-E257-4628-926D-748CD8869FDF}" type="parTrans" cxnId="{8D97388D-1D4F-420B-A9AA-D336E76C485A}">
      <dgm:prSet/>
      <dgm:spPr/>
      <dgm:t>
        <a:bodyPr/>
        <a:lstStyle/>
        <a:p>
          <a:endParaRPr lang="en-US"/>
        </a:p>
      </dgm:t>
    </dgm:pt>
    <dgm:pt modelId="{F410E64D-D37E-44B0-830B-DFB0A9A95DF5}" type="sibTrans" cxnId="{8D97388D-1D4F-420B-A9AA-D336E76C485A}">
      <dgm:prSet/>
      <dgm:spPr/>
      <dgm:t>
        <a:bodyPr/>
        <a:lstStyle/>
        <a:p>
          <a:endParaRPr lang="en-US"/>
        </a:p>
      </dgm:t>
    </dgm:pt>
    <dgm:pt modelId="{36F35431-8903-49F0-9A8D-36AB5C919F7D}">
      <dgm:prSet/>
      <dgm:spPr/>
      <dgm:t>
        <a:bodyPr/>
        <a:lstStyle/>
        <a:p>
          <a:r>
            <a:rPr lang="en-GB"/>
            <a:t>It does not replace ACID but offers an alternative where </a:t>
          </a:r>
          <a:r>
            <a:rPr lang="en-GB" b="1"/>
            <a:t>Speed &gt; Immediate Correctness</a:t>
          </a:r>
          <a:r>
            <a:rPr lang="en-US"/>
            <a:t>.</a:t>
          </a:r>
        </a:p>
      </dgm:t>
    </dgm:pt>
    <dgm:pt modelId="{B995917D-2485-4E87-AA10-88D64978F373}" type="parTrans" cxnId="{DE5B598B-8797-4CBF-9630-E42130376F83}">
      <dgm:prSet/>
      <dgm:spPr/>
      <dgm:t>
        <a:bodyPr/>
        <a:lstStyle/>
        <a:p>
          <a:endParaRPr lang="en-US"/>
        </a:p>
      </dgm:t>
    </dgm:pt>
    <dgm:pt modelId="{AD9C7767-0EBC-4990-A2C6-2F0831CB9C7E}" type="sibTrans" cxnId="{DE5B598B-8797-4CBF-9630-E42130376F83}">
      <dgm:prSet/>
      <dgm:spPr/>
      <dgm:t>
        <a:bodyPr/>
        <a:lstStyle/>
        <a:p>
          <a:endParaRPr lang="en-US"/>
        </a:p>
      </dgm:t>
    </dgm:pt>
    <dgm:pt modelId="{F7E4AAEF-2241-4B85-8119-20279A86A08A}">
      <dgm:prSet/>
      <dgm:spPr/>
      <dgm:t>
        <a:bodyPr/>
        <a:lstStyle/>
        <a:p>
          <a:r>
            <a:rPr lang="en-GB"/>
            <a:t>Understanding BASE is essential for modern databases like Cassandra, DynamoDB, or MongoDB</a:t>
          </a:r>
          <a:r>
            <a:rPr lang="en-US"/>
            <a:t>.</a:t>
          </a:r>
        </a:p>
      </dgm:t>
    </dgm:pt>
    <dgm:pt modelId="{E32C47E3-70A2-420B-BEDF-50DF5697EF89}" type="parTrans" cxnId="{6D37303D-BBEE-4249-B561-D360463636DD}">
      <dgm:prSet/>
      <dgm:spPr/>
      <dgm:t>
        <a:bodyPr/>
        <a:lstStyle/>
        <a:p>
          <a:endParaRPr lang="en-US"/>
        </a:p>
      </dgm:t>
    </dgm:pt>
    <dgm:pt modelId="{7A3E8597-DB22-49AF-99CB-FE8DA16ABF2F}" type="sibTrans" cxnId="{6D37303D-BBEE-4249-B561-D360463636DD}">
      <dgm:prSet/>
      <dgm:spPr/>
      <dgm:t>
        <a:bodyPr/>
        <a:lstStyle/>
        <a:p>
          <a:endParaRPr lang="en-US"/>
        </a:p>
      </dgm:t>
    </dgm:pt>
    <dgm:pt modelId="{A84BAAD4-81EF-4EEA-8814-77E0033B5BF1}" type="pres">
      <dgm:prSet presAssocID="{940B0B9B-EB6B-4538-B29E-8CA9D2DCC0EE}" presName="linear" presStyleCnt="0">
        <dgm:presLayoutVars>
          <dgm:animLvl val="lvl"/>
          <dgm:resizeHandles val="exact"/>
        </dgm:presLayoutVars>
      </dgm:prSet>
      <dgm:spPr/>
    </dgm:pt>
    <dgm:pt modelId="{58C541E4-331B-4D08-A9A1-4CAFE888CF03}" type="pres">
      <dgm:prSet presAssocID="{D5441BD6-D2E1-4798-95F2-783C7EAA589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BED53E9-9580-4E99-B514-B631FB5FF8C7}" type="pres">
      <dgm:prSet presAssocID="{F410E64D-D37E-44B0-830B-DFB0A9A95DF5}" presName="spacer" presStyleCnt="0"/>
      <dgm:spPr/>
    </dgm:pt>
    <dgm:pt modelId="{33093C6C-4377-41BB-8290-BE0350E040FB}" type="pres">
      <dgm:prSet presAssocID="{36F35431-8903-49F0-9A8D-36AB5C919F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ECB7CD-7CFA-453E-A8ED-1ECB7CE63A0F}" type="pres">
      <dgm:prSet presAssocID="{AD9C7767-0EBC-4990-A2C6-2F0831CB9C7E}" presName="spacer" presStyleCnt="0"/>
      <dgm:spPr/>
    </dgm:pt>
    <dgm:pt modelId="{93833D3E-59DB-42EC-A826-1C3F9BE39995}" type="pres">
      <dgm:prSet presAssocID="{F7E4AAEF-2241-4B85-8119-20279A86A08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911D11D-D48C-4228-B4AA-3902FFFC50A4}" type="presOf" srcId="{940B0B9B-EB6B-4538-B29E-8CA9D2DCC0EE}" destId="{A84BAAD4-81EF-4EEA-8814-77E0033B5BF1}" srcOrd="0" destOrd="0" presId="urn:microsoft.com/office/officeart/2005/8/layout/vList2"/>
    <dgm:cxn modelId="{6D37303D-BBEE-4249-B561-D360463636DD}" srcId="{940B0B9B-EB6B-4538-B29E-8CA9D2DCC0EE}" destId="{F7E4AAEF-2241-4B85-8119-20279A86A08A}" srcOrd="2" destOrd="0" parTransId="{E32C47E3-70A2-420B-BEDF-50DF5697EF89}" sibTransId="{7A3E8597-DB22-49AF-99CB-FE8DA16ABF2F}"/>
    <dgm:cxn modelId="{727B9074-2F36-468F-811D-0C215850A056}" type="presOf" srcId="{36F35431-8903-49F0-9A8D-36AB5C919F7D}" destId="{33093C6C-4377-41BB-8290-BE0350E040FB}" srcOrd="0" destOrd="0" presId="urn:microsoft.com/office/officeart/2005/8/layout/vList2"/>
    <dgm:cxn modelId="{DE5B598B-8797-4CBF-9630-E42130376F83}" srcId="{940B0B9B-EB6B-4538-B29E-8CA9D2DCC0EE}" destId="{36F35431-8903-49F0-9A8D-36AB5C919F7D}" srcOrd="1" destOrd="0" parTransId="{B995917D-2485-4E87-AA10-88D64978F373}" sibTransId="{AD9C7767-0EBC-4990-A2C6-2F0831CB9C7E}"/>
    <dgm:cxn modelId="{8D97388D-1D4F-420B-A9AA-D336E76C485A}" srcId="{940B0B9B-EB6B-4538-B29E-8CA9D2DCC0EE}" destId="{D5441BD6-D2E1-4798-95F2-783C7EAA5898}" srcOrd="0" destOrd="0" parTransId="{4353F70E-E257-4628-926D-748CD8869FDF}" sibTransId="{F410E64D-D37E-44B0-830B-DFB0A9A95DF5}"/>
    <dgm:cxn modelId="{7C8B74E3-566B-4F28-BBE6-3D8FBE7D9C9F}" type="presOf" srcId="{D5441BD6-D2E1-4798-95F2-783C7EAA5898}" destId="{58C541E4-331B-4D08-A9A1-4CAFE888CF03}" srcOrd="0" destOrd="0" presId="urn:microsoft.com/office/officeart/2005/8/layout/vList2"/>
    <dgm:cxn modelId="{507162F8-5874-4446-B745-0EBC3C6EF013}" type="presOf" srcId="{F7E4AAEF-2241-4B85-8119-20279A86A08A}" destId="{93833D3E-59DB-42EC-A826-1C3F9BE39995}" srcOrd="0" destOrd="0" presId="urn:microsoft.com/office/officeart/2005/8/layout/vList2"/>
    <dgm:cxn modelId="{C891D1ED-47A1-4991-9306-AA2EB9751308}" type="presParOf" srcId="{A84BAAD4-81EF-4EEA-8814-77E0033B5BF1}" destId="{58C541E4-331B-4D08-A9A1-4CAFE888CF03}" srcOrd="0" destOrd="0" presId="urn:microsoft.com/office/officeart/2005/8/layout/vList2"/>
    <dgm:cxn modelId="{45A6DF5E-7AE2-49E9-88CB-DD0A1B6FE22F}" type="presParOf" srcId="{A84BAAD4-81EF-4EEA-8814-77E0033B5BF1}" destId="{7BED53E9-9580-4E99-B514-B631FB5FF8C7}" srcOrd="1" destOrd="0" presId="urn:microsoft.com/office/officeart/2005/8/layout/vList2"/>
    <dgm:cxn modelId="{BEF4DEAF-5059-445E-A387-33F8D901A4B2}" type="presParOf" srcId="{A84BAAD4-81EF-4EEA-8814-77E0033B5BF1}" destId="{33093C6C-4377-41BB-8290-BE0350E040FB}" srcOrd="2" destOrd="0" presId="urn:microsoft.com/office/officeart/2005/8/layout/vList2"/>
    <dgm:cxn modelId="{0FE0AEB4-EDD8-480E-A347-AB9E500E8FB6}" type="presParOf" srcId="{A84BAAD4-81EF-4EEA-8814-77E0033B5BF1}" destId="{CAECB7CD-7CFA-453E-A8ED-1ECB7CE63A0F}" srcOrd="3" destOrd="0" presId="urn:microsoft.com/office/officeart/2005/8/layout/vList2"/>
    <dgm:cxn modelId="{F74CD60B-291C-4E4D-A966-9C20DEA17BAF}" type="presParOf" srcId="{A84BAAD4-81EF-4EEA-8814-77E0033B5BF1}" destId="{93833D3E-59DB-42EC-A826-1C3F9BE3999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43E86-CBC0-4E3D-98D3-A0D611BB0E35}">
      <dsp:nvSpPr>
        <dsp:cNvPr id="0" name=""/>
        <dsp:cNvSpPr/>
      </dsp:nvSpPr>
      <dsp:spPr>
        <a:xfrm>
          <a:off x="0" y="71510"/>
          <a:ext cx="6666833" cy="13267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BASE is the opposite of ACID.</a:t>
          </a:r>
          <a:endParaRPr lang="en-US" sz="2400" kern="1200" dirty="0"/>
        </a:p>
      </dsp:txBody>
      <dsp:txXfrm>
        <a:off x="64768" y="136278"/>
        <a:ext cx="6537297" cy="1197243"/>
      </dsp:txXfrm>
    </dsp:sp>
    <dsp:sp modelId="{8D3C8117-F81C-4E9A-80A7-4BBAAB7DA603}">
      <dsp:nvSpPr>
        <dsp:cNvPr id="0" name=""/>
        <dsp:cNvSpPr/>
      </dsp:nvSpPr>
      <dsp:spPr>
        <a:xfrm>
          <a:off x="0" y="1467410"/>
          <a:ext cx="6666833" cy="1326779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Just like in chemistry where a Base neutralizes an Acid, in databases, BASE relaxes the rigid constraints of ACID.</a:t>
          </a:r>
          <a:endParaRPr lang="en-US" sz="2400" kern="1200"/>
        </a:p>
      </dsp:txBody>
      <dsp:txXfrm>
        <a:off x="64768" y="1532178"/>
        <a:ext cx="6537297" cy="1197243"/>
      </dsp:txXfrm>
    </dsp:sp>
    <dsp:sp modelId="{03AC0EBC-236B-492B-8FA0-9E1884EF0830}">
      <dsp:nvSpPr>
        <dsp:cNvPr id="0" name=""/>
        <dsp:cNvSpPr/>
      </dsp:nvSpPr>
      <dsp:spPr>
        <a:xfrm>
          <a:off x="0" y="2863309"/>
          <a:ext cx="6666833" cy="132677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/>
            <a:t>ACID vs BASE</a:t>
          </a:r>
          <a:r>
            <a:rPr lang="en-US" sz="2400" kern="1200"/>
            <a:t>:</a:t>
          </a:r>
        </a:p>
      </dsp:txBody>
      <dsp:txXfrm>
        <a:off x="64768" y="2928077"/>
        <a:ext cx="6537297" cy="1197243"/>
      </dsp:txXfrm>
    </dsp:sp>
    <dsp:sp modelId="{FD8DA8D6-972F-4EF6-8DD7-CD6AE8C6A605}">
      <dsp:nvSpPr>
        <dsp:cNvPr id="0" name=""/>
        <dsp:cNvSpPr/>
      </dsp:nvSpPr>
      <dsp:spPr>
        <a:xfrm>
          <a:off x="0" y="4190089"/>
          <a:ext cx="6666833" cy="1192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900" kern="1200"/>
            <a:t>ACID prioritizes Consistency over Availability. (Transaction failure if any step fails).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900" kern="1200"/>
            <a:t>BASE prioritizes Availability over Consistency. (Users access data, even if temporarily inconsistent).</a:t>
          </a:r>
          <a:endParaRPr lang="en-US" sz="1900" kern="1200"/>
        </a:p>
      </dsp:txBody>
      <dsp:txXfrm>
        <a:off x="0" y="4190089"/>
        <a:ext cx="6666833" cy="11923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2643E7-50F3-4C2B-AC31-5D0D282E02ED}">
      <dsp:nvSpPr>
        <dsp:cNvPr id="0" name=""/>
        <dsp:cNvSpPr/>
      </dsp:nvSpPr>
      <dsp:spPr>
        <a:xfrm>
          <a:off x="0" y="317929"/>
          <a:ext cx="6666833" cy="14297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CAP Theorem</a:t>
          </a:r>
          <a:r>
            <a:rPr lang="en-US" sz="2600" kern="1200"/>
            <a:t>: </a:t>
          </a:r>
          <a:r>
            <a:rPr lang="en-GB" sz="2600" kern="1200"/>
            <a:t>It is impossible to simultaneously guarantee Consistency (C), Availability (A), and Partition Tolerance (P)</a:t>
          </a:r>
          <a:r>
            <a:rPr lang="en-US" sz="2600" kern="1200"/>
            <a:t>.</a:t>
          </a:r>
        </a:p>
      </dsp:txBody>
      <dsp:txXfrm>
        <a:off x="69794" y="387723"/>
        <a:ext cx="6527245" cy="1290152"/>
      </dsp:txXfrm>
    </dsp:sp>
    <dsp:sp modelId="{A9F8C139-C3A4-431F-88D1-E1DC1201AA61}">
      <dsp:nvSpPr>
        <dsp:cNvPr id="0" name=""/>
        <dsp:cNvSpPr/>
      </dsp:nvSpPr>
      <dsp:spPr>
        <a:xfrm>
          <a:off x="0" y="1822549"/>
          <a:ext cx="6666833" cy="14297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The BASE Choice:</a:t>
          </a:r>
        </a:p>
      </dsp:txBody>
      <dsp:txXfrm>
        <a:off x="69794" y="1892343"/>
        <a:ext cx="6527245" cy="1290152"/>
      </dsp:txXfrm>
    </dsp:sp>
    <dsp:sp modelId="{227D81D4-0E48-4534-8597-2698EDBEFCF4}">
      <dsp:nvSpPr>
        <dsp:cNvPr id="0" name=""/>
        <dsp:cNvSpPr/>
      </dsp:nvSpPr>
      <dsp:spPr>
        <a:xfrm>
          <a:off x="0" y="3252290"/>
          <a:ext cx="6666833" cy="188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In massive distributed systems, Partition Tolerance (P) is unavoidable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BASE sacrifices Strong Consistency (C) to gain Availability (A) and Partition Tolerance (P)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000" kern="1200"/>
            <a:t>Resource locking for strict consistency destroys performance at scale</a:t>
          </a:r>
          <a:endParaRPr lang="en-US" sz="2000" kern="1200"/>
        </a:p>
      </dsp:txBody>
      <dsp:txXfrm>
        <a:off x="0" y="3252290"/>
        <a:ext cx="6666833" cy="18837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C7561-BAB3-4BBD-9AEE-5A0A176A5E7D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5FB946B-7B0C-4811-B6A0-7F6C36604569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Definition:</a:t>
          </a:r>
          <a:r>
            <a:rPr lang="en-GB" sz="1800" kern="1200"/>
            <a:t> The system guarantees concurrent accessibility at all times. </a:t>
          </a:r>
          <a:endParaRPr lang="en-US" sz="1800" kern="1200"/>
        </a:p>
      </dsp:txBody>
      <dsp:txXfrm>
        <a:off x="1228411" y="621955"/>
        <a:ext cx="1919362" cy="1919362"/>
      </dsp:txXfrm>
    </dsp:sp>
    <dsp:sp modelId="{1F607DB6-8D80-4990-BA1E-6D61AD197418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Non-Blocking:</a:t>
          </a:r>
          <a:r>
            <a:rPr lang="en-GB" sz="1800" kern="1200"/>
            <a:t> A user does not need to wait for others to finish a transaction to update a record.</a:t>
          </a:r>
          <a:endParaRPr lang="en-US" sz="1800" kern="1200"/>
        </a:p>
      </dsp:txBody>
      <dsp:txXfrm>
        <a:off x="3519058" y="621955"/>
        <a:ext cx="1919362" cy="1919362"/>
      </dsp:txXfrm>
    </dsp:sp>
    <dsp:sp modelId="{C7E9986B-3E4A-42EF-AFEB-F70B316AA475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/>
            <a:t>Partial Failure: </a:t>
          </a:r>
          <a:r>
            <a:rPr lang="en-GB" sz="1800" kern="1200"/>
            <a:t>If a node fails, the system does not halt; it continues to function without that node. </a:t>
          </a:r>
          <a:endParaRPr lang="en-US" sz="1800" kern="1200"/>
        </a:p>
      </dsp:txBody>
      <dsp:txXfrm>
        <a:off x="1228411" y="2912601"/>
        <a:ext cx="1919362" cy="1919362"/>
      </dsp:txXfrm>
    </dsp:sp>
    <dsp:sp modelId="{1549503C-063D-4474-843D-B7E381C38FA8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This ensures the system has </a:t>
          </a:r>
          <a:r>
            <a:rPr lang="en-US" sz="1800" b="1" kern="1200"/>
            <a:t>Maximum Uptime</a:t>
          </a:r>
          <a:r>
            <a:rPr lang="en-US" sz="1800" kern="1200"/>
            <a:t>.</a:t>
          </a:r>
        </a:p>
      </dsp:txBody>
      <dsp:txXfrm>
        <a:off x="3519058" y="2912601"/>
        <a:ext cx="1919362" cy="19193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168FD-6C74-48CB-95F3-646289EBCFFC}">
      <dsp:nvSpPr>
        <dsp:cNvPr id="0" name=""/>
        <dsp:cNvSpPr/>
      </dsp:nvSpPr>
      <dsp:spPr>
        <a:xfrm>
          <a:off x="0" y="97699"/>
          <a:ext cx="6666833" cy="14847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Definition:</a:t>
          </a:r>
          <a:r>
            <a:rPr lang="en-GB" sz="2700" kern="1200"/>
            <a:t> The system state may change over time, even without external input (no new user writes). </a:t>
          </a:r>
          <a:endParaRPr lang="en-US" sz="2700" kern="1200"/>
        </a:p>
      </dsp:txBody>
      <dsp:txXfrm>
        <a:off x="72479" y="170178"/>
        <a:ext cx="6521875" cy="1339772"/>
      </dsp:txXfrm>
    </dsp:sp>
    <dsp:sp modelId="{30737385-790F-4CA2-85FD-EB9EBC51941F}">
      <dsp:nvSpPr>
        <dsp:cNvPr id="0" name=""/>
        <dsp:cNvSpPr/>
      </dsp:nvSpPr>
      <dsp:spPr>
        <a:xfrm>
          <a:off x="0" y="1660189"/>
          <a:ext cx="6666833" cy="148473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Hard State (ACID) vs. Soft State (BASE): </a:t>
          </a:r>
          <a:endParaRPr lang="en-US" sz="2700" kern="1200" dirty="0"/>
        </a:p>
      </dsp:txBody>
      <dsp:txXfrm>
        <a:off x="72479" y="1732668"/>
        <a:ext cx="6521875" cy="1339772"/>
      </dsp:txXfrm>
    </dsp:sp>
    <dsp:sp modelId="{FBFB915F-6905-4B28-9EBA-3A3C9ED9FAA2}">
      <dsp:nvSpPr>
        <dsp:cNvPr id="0" name=""/>
        <dsp:cNvSpPr/>
      </dsp:nvSpPr>
      <dsp:spPr>
        <a:xfrm>
          <a:off x="0" y="3144920"/>
          <a:ext cx="6666833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 dirty="0"/>
            <a:t>Hard: Data is an absolute certainty. 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kern="1200"/>
            <a:t>Soft: Data is transient/fluid.</a:t>
          </a:r>
          <a:endParaRPr lang="en-US" sz="2100" kern="1200"/>
        </a:p>
      </dsp:txBody>
      <dsp:txXfrm>
        <a:off x="0" y="3144920"/>
        <a:ext cx="6666833" cy="726570"/>
      </dsp:txXfrm>
    </dsp:sp>
    <dsp:sp modelId="{EE8C0A2F-F94B-4217-92DB-7EB2AE8CFB9F}">
      <dsp:nvSpPr>
        <dsp:cNvPr id="0" name=""/>
        <dsp:cNvSpPr/>
      </dsp:nvSpPr>
      <dsp:spPr>
        <a:xfrm>
          <a:off x="0" y="3871490"/>
          <a:ext cx="6666833" cy="148473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Internal synchronization processes constantly attempt to align/converge the data</a:t>
          </a:r>
          <a:r>
            <a:rPr lang="en-US" sz="2700" kern="1200"/>
            <a:t>.</a:t>
          </a:r>
        </a:p>
      </dsp:txBody>
      <dsp:txXfrm>
        <a:off x="72479" y="3943969"/>
        <a:ext cx="6521875" cy="13397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7471CF-3203-4F4F-9B65-262669F56BFB}">
      <dsp:nvSpPr>
        <dsp:cNvPr id="0" name=""/>
        <dsp:cNvSpPr/>
      </dsp:nvSpPr>
      <dsp:spPr>
        <a:xfrm>
          <a:off x="0" y="80644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b="1" kern="1200"/>
            <a:t>Definition:</a:t>
          </a:r>
          <a:r>
            <a:rPr lang="en-GB" sz="3100" kern="1200"/>
            <a:t> If no new updates occur, the system will </a:t>
          </a:r>
          <a:r>
            <a:rPr lang="en-GB" sz="3100" i="1" kern="1200"/>
            <a:t>eventually</a:t>
          </a:r>
          <a:r>
            <a:rPr lang="en-GB" sz="3100" kern="1200"/>
            <a:t> become consistent. </a:t>
          </a:r>
          <a:endParaRPr lang="en-US" sz="3100" kern="1200"/>
        </a:p>
      </dsp:txBody>
      <dsp:txXfrm>
        <a:off x="83216" y="163860"/>
        <a:ext cx="6500401" cy="1538258"/>
      </dsp:txXfrm>
    </dsp:sp>
    <dsp:sp modelId="{4DE26E03-56DA-474F-A4B2-305681E9737D}">
      <dsp:nvSpPr>
        <dsp:cNvPr id="0" name=""/>
        <dsp:cNvSpPr/>
      </dsp:nvSpPr>
      <dsp:spPr>
        <a:xfrm>
          <a:off x="0" y="1874614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All replicas converge at the same value after an </a:t>
          </a:r>
          <a:r>
            <a:rPr lang="en-US" sz="3100" b="1" kern="1200" dirty="0"/>
            <a:t>Inconsistency Window</a:t>
          </a:r>
          <a:r>
            <a:rPr lang="en-US" sz="3100" kern="1200" dirty="0"/>
            <a:t>.</a:t>
          </a:r>
        </a:p>
      </dsp:txBody>
      <dsp:txXfrm>
        <a:off x="83216" y="1957830"/>
        <a:ext cx="6500401" cy="1538258"/>
      </dsp:txXfrm>
    </dsp:sp>
    <dsp:sp modelId="{687CD000-B4D8-4CA5-9C34-37F5D8CD7D22}">
      <dsp:nvSpPr>
        <dsp:cNvPr id="0" name=""/>
        <dsp:cNvSpPr/>
      </dsp:nvSpPr>
      <dsp:spPr>
        <a:xfrm>
          <a:off x="0" y="3668585"/>
          <a:ext cx="6666833" cy="170469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The application tolerates temporarily inconsistent data to gain speed/performance.</a:t>
          </a:r>
          <a:endParaRPr lang="en-US" sz="3100" kern="1200"/>
        </a:p>
      </dsp:txBody>
      <dsp:txXfrm>
        <a:off x="83216" y="3751801"/>
        <a:ext cx="6500401" cy="15382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885F79-0991-495D-9233-04CCB6CBE4E6}">
      <dsp:nvSpPr>
        <dsp:cNvPr id="0" name=""/>
        <dsp:cNvSpPr/>
      </dsp:nvSpPr>
      <dsp:spPr>
        <a:xfrm>
          <a:off x="0" y="58819"/>
          <a:ext cx="6666833" cy="14847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Gossip Protocols:</a:t>
          </a:r>
          <a:r>
            <a:rPr lang="en-GB" sz="2700" kern="1200"/>
            <a:t> Nodes periodically "gossip" to exchange information about data state. </a:t>
          </a:r>
          <a:endParaRPr lang="en-US" sz="2700" kern="1200"/>
        </a:p>
      </dsp:txBody>
      <dsp:txXfrm>
        <a:off x="72479" y="131298"/>
        <a:ext cx="6521875" cy="1339772"/>
      </dsp:txXfrm>
    </dsp:sp>
    <dsp:sp modelId="{DB634C5F-4F35-420A-A0DE-95567E566BD1}">
      <dsp:nvSpPr>
        <dsp:cNvPr id="0" name=""/>
        <dsp:cNvSpPr/>
      </dsp:nvSpPr>
      <dsp:spPr>
        <a:xfrm>
          <a:off x="0" y="1621309"/>
          <a:ext cx="6666833" cy="148473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Read Repair:</a:t>
          </a:r>
          <a:r>
            <a:rPr lang="en-GB" sz="2700" kern="1200"/>
            <a:t> When a client reads data and the system detects a discrepancy between replicas, it repairs it "on the fly". </a:t>
          </a:r>
          <a:endParaRPr lang="en-US" sz="2700" kern="1200"/>
        </a:p>
      </dsp:txBody>
      <dsp:txXfrm>
        <a:off x="72479" y="1693788"/>
        <a:ext cx="6521875" cy="1339772"/>
      </dsp:txXfrm>
    </dsp:sp>
    <dsp:sp modelId="{532B83B9-D038-4B6D-BBED-CE5497B2929D}">
      <dsp:nvSpPr>
        <dsp:cNvPr id="0" name=""/>
        <dsp:cNvSpPr/>
      </dsp:nvSpPr>
      <dsp:spPr>
        <a:xfrm>
          <a:off x="0" y="3183799"/>
          <a:ext cx="6666833" cy="148473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1" kern="1200"/>
            <a:t>Conflict Resolution Strategies</a:t>
          </a:r>
          <a:r>
            <a:rPr lang="en-GB" sz="2700" kern="1200"/>
            <a:t>: </a:t>
          </a:r>
          <a:endParaRPr lang="en-US" sz="2700" kern="1200"/>
        </a:p>
      </dsp:txBody>
      <dsp:txXfrm>
        <a:off x="72479" y="3256278"/>
        <a:ext cx="6521875" cy="1339772"/>
      </dsp:txXfrm>
    </dsp:sp>
    <dsp:sp modelId="{EA3B8C5C-D6A6-4A84-B550-61B56E19510D}">
      <dsp:nvSpPr>
        <dsp:cNvPr id="0" name=""/>
        <dsp:cNvSpPr/>
      </dsp:nvSpPr>
      <dsp:spPr>
        <a:xfrm>
          <a:off x="0" y="4668529"/>
          <a:ext cx="6666833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b="1" kern="1200"/>
            <a:t>Last Write Wins </a:t>
          </a:r>
          <a:r>
            <a:rPr lang="en-GB" sz="2100" kern="1200"/>
            <a:t>(LWW): The latest timestamp wins. 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b="1" kern="1200"/>
            <a:t>Vector Clocks</a:t>
          </a:r>
          <a:r>
            <a:rPr lang="en-GB" sz="2100" kern="1200"/>
            <a:t>: Tracks causality of versions.</a:t>
          </a:r>
          <a:endParaRPr lang="en-US" sz="2100" kern="1200"/>
        </a:p>
      </dsp:txBody>
      <dsp:txXfrm>
        <a:off x="0" y="4668529"/>
        <a:ext cx="6666833" cy="7265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593EF-3C15-47EE-9AB7-78A6402BBC82}">
      <dsp:nvSpPr>
        <dsp:cNvPr id="0" name=""/>
        <dsp:cNvSpPr/>
      </dsp:nvSpPr>
      <dsp:spPr>
        <a:xfrm>
          <a:off x="0" y="415084"/>
          <a:ext cx="6666833" cy="189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20700" rIns="51742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Massive horizontal scalability.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Low latency (fast query response).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Resilience to node failure. </a:t>
          </a:r>
        </a:p>
      </dsp:txBody>
      <dsp:txXfrm>
        <a:off x="0" y="415084"/>
        <a:ext cx="6666833" cy="1890000"/>
      </dsp:txXfrm>
    </dsp:sp>
    <dsp:sp modelId="{FAA1277A-9B9C-4824-91BF-1019172EB2A5}">
      <dsp:nvSpPr>
        <dsp:cNvPr id="0" name=""/>
        <dsp:cNvSpPr/>
      </dsp:nvSpPr>
      <dsp:spPr>
        <a:xfrm>
          <a:off x="333341" y="46084"/>
          <a:ext cx="4666783" cy="7380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Advantages</a:t>
          </a:r>
          <a:r>
            <a:rPr lang="en-US" sz="2500" kern="1200"/>
            <a:t>:</a:t>
          </a:r>
        </a:p>
      </dsp:txBody>
      <dsp:txXfrm>
        <a:off x="369367" y="82110"/>
        <a:ext cx="4594731" cy="665948"/>
      </dsp:txXfrm>
    </dsp:sp>
    <dsp:sp modelId="{999C5AA0-2390-4F5B-B8E0-9C8ABF2CE489}">
      <dsp:nvSpPr>
        <dsp:cNvPr id="0" name=""/>
        <dsp:cNvSpPr/>
      </dsp:nvSpPr>
      <dsp:spPr>
        <a:xfrm>
          <a:off x="0" y="2809085"/>
          <a:ext cx="6666833" cy="2598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20700" rIns="51742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Developer complexity (must handle stale data in code).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Not suitable for critical data (e.g., financial transactions).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Difficult debugging (fluid state).</a:t>
          </a:r>
        </a:p>
      </dsp:txBody>
      <dsp:txXfrm>
        <a:off x="0" y="2809085"/>
        <a:ext cx="6666833" cy="2598750"/>
      </dsp:txXfrm>
    </dsp:sp>
    <dsp:sp modelId="{764C41C7-C396-4C03-9E05-80C61BF03045}">
      <dsp:nvSpPr>
        <dsp:cNvPr id="0" name=""/>
        <dsp:cNvSpPr/>
      </dsp:nvSpPr>
      <dsp:spPr>
        <a:xfrm>
          <a:off x="333341" y="2440085"/>
          <a:ext cx="4666783" cy="7380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Disadvantages</a:t>
          </a:r>
          <a:r>
            <a:rPr lang="en-US" sz="2500" kern="1200"/>
            <a:t>: </a:t>
          </a:r>
        </a:p>
      </dsp:txBody>
      <dsp:txXfrm>
        <a:off x="369367" y="2476111"/>
        <a:ext cx="4594731" cy="66594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541E4-331B-4D08-A9A1-4CAFE888CF03}">
      <dsp:nvSpPr>
        <dsp:cNvPr id="0" name=""/>
        <dsp:cNvSpPr/>
      </dsp:nvSpPr>
      <dsp:spPr>
        <a:xfrm>
          <a:off x="0" y="36440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BASE emerged as a response to Big Data and Cloud Computing needs</a:t>
          </a:r>
          <a:r>
            <a:rPr lang="en-US" sz="3100" kern="1200"/>
            <a:t>.</a:t>
          </a:r>
        </a:p>
      </dsp:txBody>
      <dsp:txXfrm>
        <a:off x="84655" y="121095"/>
        <a:ext cx="6497523" cy="1564849"/>
      </dsp:txXfrm>
    </dsp:sp>
    <dsp:sp modelId="{33093C6C-4377-41BB-8290-BE0350E040FB}">
      <dsp:nvSpPr>
        <dsp:cNvPr id="0" name=""/>
        <dsp:cNvSpPr/>
      </dsp:nvSpPr>
      <dsp:spPr>
        <a:xfrm>
          <a:off x="0" y="1859880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It does not replace ACID but offers an alternative where </a:t>
          </a:r>
          <a:r>
            <a:rPr lang="en-GB" sz="3100" b="1" kern="1200"/>
            <a:t>Speed &gt; Immediate Correctness</a:t>
          </a:r>
          <a:r>
            <a:rPr lang="en-US" sz="3100" kern="1200"/>
            <a:t>.</a:t>
          </a:r>
        </a:p>
      </dsp:txBody>
      <dsp:txXfrm>
        <a:off x="84655" y="1944535"/>
        <a:ext cx="6497523" cy="1564849"/>
      </dsp:txXfrm>
    </dsp:sp>
    <dsp:sp modelId="{93833D3E-59DB-42EC-A826-1C3F9BE39995}">
      <dsp:nvSpPr>
        <dsp:cNvPr id="0" name=""/>
        <dsp:cNvSpPr/>
      </dsp:nvSpPr>
      <dsp:spPr>
        <a:xfrm>
          <a:off x="0" y="3683319"/>
          <a:ext cx="6666833" cy="173415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Understanding BASE is essential for modern databases like Cassandra, DynamoDB, or MongoDB</a:t>
          </a:r>
          <a:r>
            <a:rPr lang="en-US" sz="3100" kern="1200"/>
            <a:t>.</a:t>
          </a:r>
        </a:p>
      </dsp:txBody>
      <dsp:txXfrm>
        <a:off x="84655" y="3767974"/>
        <a:ext cx="6497523" cy="1564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00E65-8635-B401-DDFF-9AF956A24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B8FCE-7131-32BC-C830-7444486F1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4E89C-3E62-867D-03DD-6189860EE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AF8F2-8B24-2794-218E-26ABA4B8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3EA85-9357-F11A-EF8D-7299EDE4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49462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21BF-033D-D122-93BF-45E4EAE68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CD26A-079E-5511-1A9C-FB092A270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4C94C-69B2-FAC6-5342-D85DD501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1B875-A14B-24F6-70C5-0970D3C0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720DB-09DC-E771-08C7-64594EFB5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46975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3D8D-021D-7786-6AC6-1D8F8AE3B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87F9A-CC91-9FA4-22EA-35455A012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ADB02-19FD-81E6-98BD-670F78A9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85BA3-B603-2D1B-932F-7BBDC41F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57CBF-25AC-E9E4-F305-0B5FEAC37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516817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0A2B-2BAF-63BB-EB3B-57167FE1A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602F-F6F2-DEDA-06D9-C9143228B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8ECD5-FE18-5A20-1A86-8201995CC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0D553-37BE-CE06-D469-8E88B117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8B247-5681-1568-66F4-A8478B3C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0850F-93E3-E11E-4DF5-D3B451D1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066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EEACF-9DD6-6E13-B00E-92F2F4397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AA0E3-622B-5F97-0448-F6C7D472E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03062-A43B-F4A1-2D30-D54BC8017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35935-95A6-EE59-C257-50C5F5C2B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5CEEE-9287-162A-DE31-E91450201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DD332-FAE5-A78E-E9E1-5A3E268DA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859B6D-6D4D-326F-5F25-4949EE438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EC8745-6352-B7F9-8F7F-D74C1538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717197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0BFE-4843-9FFC-6EE2-4F6B4336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5243E-1CF2-D3A5-C75F-AC9E1E788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2D7AC-7389-A21C-0582-C81A8797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40A4A-48D0-DAC3-A09B-14DA39D8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6022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220AD-264A-F129-6CF4-22703320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8F663-BCD0-617F-93AC-20741EB2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BC7F6-EB9B-AADE-A800-E2FE672C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6684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94B7-00D7-7026-B2D3-F861B688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00191-E0CE-9500-F2F6-CBEA8B2B0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F462B-B0E6-6A8C-9D23-98E6F57F9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40443-5B1F-44C8-AA72-86632E2A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DD481-DB57-FD44-04CF-2E744786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371BF-6CBB-215C-7DB8-14B1B8DB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22779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2E89E-8D58-7588-7E26-AD6D5D485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32E5B-9D03-E398-E757-AEFAD5C058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7BC57-56AD-C919-8A56-A12BACEAA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FD65B-B3EC-7D4F-9BE9-9A053749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F65121-F29E-0E8B-E044-CCB6670A0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960FB-D4D4-108F-4810-A809EE83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96752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4C80-809D-3111-41B1-BDBE37404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27593-A09D-4521-9BC1-9057F934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E0309-37C5-1488-617D-C3B97D645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5A9FE-6156-78D9-DB45-CB8A3AF0B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14846-8D32-33E3-B501-CD281878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179166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626547-3262-65EE-472F-CB183CE68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FED5B-8BEB-C4E2-907B-D8E2FE985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ABD92-75F9-DFDC-E11E-C5607A31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90223-3CD6-5D84-8BAC-18FCC70DE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47ED0-E3F3-A34A-218F-E943B0F8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21372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4F315-0CFA-79BD-594C-792D43C8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A6CC9-5551-8CF5-64F7-56C22457C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FEEE2-FA5A-3329-496C-72B2B0509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C8AA5-17A5-4A6C-B67E-67DA75FEAE96}" type="datetimeFigureOut">
              <a:rPr lang="en-150" smtClean="0"/>
              <a:t>25/11/2025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3089D-5F56-F382-AE13-F76E6FE41C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88A60-C148-5440-1CAD-4D8336DB9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7D29E-B793-4754-8FF9-669CD76DB5C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2658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ADC38-6DAE-9C76-72CD-EC92EFD6F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ro-RO" sz="4800" noProof="0" dirty="0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3C97C6-E2AC-E1E9-071E-83579560D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GB" sz="2000" dirty="0">
                <a:solidFill>
                  <a:srgbClr val="FFFFFF"/>
                </a:solidFill>
              </a:rPr>
              <a:t>Basically Available, Soft State, Eventual Consistency</a:t>
            </a:r>
            <a:endParaRPr lang="en-US" sz="2000" noProof="0" dirty="0">
              <a:solidFill>
                <a:srgbClr val="FFFFFF"/>
              </a:solidFill>
            </a:endParaRPr>
          </a:p>
          <a:p>
            <a:pPr algn="r"/>
            <a:endParaRPr lang="en-US" sz="2000" dirty="0">
              <a:solidFill>
                <a:srgbClr val="FFFFFF"/>
              </a:solidFill>
            </a:endParaRPr>
          </a:p>
          <a:p>
            <a:pPr algn="r"/>
            <a:r>
              <a:rPr lang="ro-RO" sz="2000" noProof="0" dirty="0">
                <a:solidFill>
                  <a:srgbClr val="FFFFFF"/>
                </a:solidFill>
              </a:rPr>
              <a:t>Matei-Stefan Ungureanu, grupa 332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62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645A5-E9BB-1BFF-E59A-CF98EFFB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Introduction – The Chemical Analogy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8F4DAB-AE83-B78B-A1F1-02A05660F3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635059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5787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7" name="Rectangle 104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5" name="Freeform: Shape 105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954D82-135B-D2BD-02E4-FFCE45EC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Why BASE?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1043" name="Content Placeholder 2">
            <a:extLst>
              <a:ext uri="{FF2B5EF4-FFF2-40B4-BE49-F238E27FC236}">
                <a16:creationId xmlns:a16="http://schemas.microsoft.com/office/drawing/2014/main" id="{FFDFB9EB-AEFA-7988-F4AF-3081B57B3D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955808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195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C7EFE-17E2-4B98-49D1-32EBC0D6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BA – Basically Available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254DD4-2CE5-095C-28A8-6476451645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5400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9722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E9E61-1F0F-772F-B02E-2CC0B99CA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 – Soft State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8DAB48-8A18-8326-A447-FD789BBC2E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477118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863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B33D8-1AD2-1262-DE89-A982887B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E – Eventual Consistency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C759D5-256F-68E5-1FA2-B7BF9C853E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633056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0748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3E0D03-0776-4CFF-4074-6FF8C5639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Achieving Eventual Consistency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77C065-0C01-F2D6-EE34-99B026525A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9082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3033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6DFE8-6EEC-519F-CF02-3144AE717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BASE vs ACID</a:t>
            </a:r>
            <a:endParaRPr lang="en-150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8B1D6EC-1C40-E88F-2FAE-CC8358ED65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704095"/>
              </p:ext>
            </p:extLst>
          </p:nvPr>
        </p:nvGraphicFramePr>
        <p:xfrm>
          <a:off x="4905052" y="961052"/>
          <a:ext cx="6666834" cy="503270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770936">
                  <a:extLst>
                    <a:ext uri="{9D8B030D-6E8A-4147-A177-3AD203B41FA5}">
                      <a16:colId xmlns:a16="http://schemas.microsoft.com/office/drawing/2014/main" val="1200592917"/>
                    </a:ext>
                  </a:extLst>
                </a:gridCol>
                <a:gridCol w="2482847">
                  <a:extLst>
                    <a:ext uri="{9D8B030D-6E8A-4147-A177-3AD203B41FA5}">
                      <a16:colId xmlns:a16="http://schemas.microsoft.com/office/drawing/2014/main" val="1222018405"/>
                    </a:ext>
                  </a:extLst>
                </a:gridCol>
                <a:gridCol w="2413051">
                  <a:extLst>
                    <a:ext uri="{9D8B030D-6E8A-4147-A177-3AD203B41FA5}">
                      <a16:colId xmlns:a16="http://schemas.microsoft.com/office/drawing/2014/main" val="800930880"/>
                    </a:ext>
                  </a:extLst>
                </a:gridCol>
              </a:tblGrid>
              <a:tr h="6045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 </a:t>
                      </a:r>
                      <a:endParaRPr lang="en-US" sz="2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ACID (RDBMS) </a:t>
                      </a:r>
                      <a:endParaRPr lang="en-US" sz="2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BASE (NoSQL) </a:t>
                      </a:r>
                      <a:endParaRPr lang="en-US" sz="2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482880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Priority</a:t>
                      </a:r>
                      <a:endParaRPr lang="en-US" sz="2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Consistency (C)</a:t>
                      </a: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Availability (A)</a:t>
                      </a: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546875"/>
                  </a:ext>
                </a:extLst>
              </a:tr>
              <a:tr h="14085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Locking</a:t>
                      </a:r>
                      <a:endParaRPr lang="en-US" sz="2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Pessimistic (Resource Locking)</a:t>
                      </a: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Optimistic (Non-blocking)</a:t>
                      </a: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955358"/>
                  </a:ext>
                </a:extLst>
              </a:tr>
              <a:tr h="10065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State</a:t>
                      </a:r>
                      <a:endParaRPr lang="en-US" sz="2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Solid (Immediate)</a:t>
                      </a: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Fluid (Convergent)</a:t>
                      </a: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515595"/>
                  </a:ext>
                </a:extLst>
              </a:tr>
              <a:tr h="14085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 Cases</a:t>
                      </a:r>
                      <a:endParaRPr lang="en-US" sz="2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Banking, Inventory, Payments</a:t>
                      </a: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Social Media, Analytics, IoT</a:t>
                      </a:r>
                    </a:p>
                  </a:txBody>
                  <a:tcPr marL="111672" marR="111672" marT="74448" marB="7444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146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298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AAD3E-2DBD-DE8F-EA3A-5005E2B06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Pros &amp; Cons</a:t>
            </a:r>
            <a:endParaRPr lang="en-150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67F21F-2431-B1E7-3CBE-BB5A277418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36954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0463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2C2544-4091-241D-3CD1-3EBD7DE2E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Conclusions</a:t>
            </a:r>
            <a:endParaRPr lang="en-150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18EB24-E6E1-7149-D6B3-6EE2A0BAD6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860267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1438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540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Google Sans Text</vt:lpstr>
      <vt:lpstr>Office Theme</vt:lpstr>
      <vt:lpstr>BASE</vt:lpstr>
      <vt:lpstr>Introduction – The Chemical Analogy</vt:lpstr>
      <vt:lpstr>Why BASE?</vt:lpstr>
      <vt:lpstr>BA – Basically Available</vt:lpstr>
      <vt:lpstr>S – Soft State</vt:lpstr>
      <vt:lpstr>E – Eventual Consistency</vt:lpstr>
      <vt:lpstr>Achieving Eventual Consistency</vt:lpstr>
      <vt:lpstr>BASE vs ACID</vt:lpstr>
      <vt:lpstr>Pros &amp; Cons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 Ungureanu</dc:creator>
  <cp:lastModifiedBy>Matei Ungureanu</cp:lastModifiedBy>
  <cp:revision>13</cp:revision>
  <dcterms:created xsi:type="dcterms:W3CDTF">2025-11-25T15:38:08Z</dcterms:created>
  <dcterms:modified xsi:type="dcterms:W3CDTF">2025-11-25T18:16:27Z</dcterms:modified>
</cp:coreProperties>
</file>