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150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57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61F014-57ED-4B1B-BEA3-93D9CC1EA811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5044935-CFD5-4F75-9F92-7E2E70C42662}">
      <dgm:prSet/>
      <dgm:spPr/>
      <dgm:t>
        <a:bodyPr/>
        <a:lstStyle/>
        <a:p>
          <a:r>
            <a:rPr lang="ro-RO" noProof="1"/>
            <a:t>Un sistem distribuit este o colectie de noduri autonome care coopereaza.</a:t>
          </a:r>
        </a:p>
      </dgm:t>
    </dgm:pt>
    <dgm:pt modelId="{1291FA5B-82A5-4858-BB3D-A5222F031033}" type="parTrans" cxnId="{92E9369C-B146-4990-BF34-A43B701061A5}">
      <dgm:prSet/>
      <dgm:spPr/>
      <dgm:t>
        <a:bodyPr/>
        <a:lstStyle/>
        <a:p>
          <a:endParaRPr lang="en-US"/>
        </a:p>
      </dgm:t>
    </dgm:pt>
    <dgm:pt modelId="{15CA0486-EE2F-40AD-B769-517C55F775B1}" type="sibTrans" cxnId="{92E9369C-B146-4990-BF34-A43B701061A5}">
      <dgm:prSet/>
      <dgm:spPr/>
      <dgm:t>
        <a:bodyPr/>
        <a:lstStyle/>
        <a:p>
          <a:endParaRPr lang="en-US"/>
        </a:p>
      </dgm:t>
    </dgm:pt>
    <dgm:pt modelId="{3DB8A96D-0C0B-45C9-B77B-A3A7C5B6795E}">
      <dgm:prSet/>
      <dgm:spPr/>
      <dgm:t>
        <a:bodyPr/>
        <a:lstStyle/>
        <a:p>
          <a:r>
            <a:rPr lang="ro-RO" noProof="1"/>
            <a:t>Problema: necesitatea unui coordonator pentru excludere mutuala sau sincronizare.</a:t>
          </a:r>
        </a:p>
      </dgm:t>
    </dgm:pt>
    <dgm:pt modelId="{4E694D3D-8BD6-49F1-B9F6-25DD0CCC2867}" type="parTrans" cxnId="{ADB40C43-5C0F-4A06-8297-74DE64F3C7B4}">
      <dgm:prSet/>
      <dgm:spPr/>
      <dgm:t>
        <a:bodyPr/>
        <a:lstStyle/>
        <a:p>
          <a:endParaRPr lang="en-US"/>
        </a:p>
      </dgm:t>
    </dgm:pt>
    <dgm:pt modelId="{440EE43C-F68C-4D27-AFFF-DEB3AFB71797}" type="sibTrans" cxnId="{ADB40C43-5C0F-4A06-8297-74DE64F3C7B4}">
      <dgm:prSet/>
      <dgm:spPr/>
      <dgm:t>
        <a:bodyPr/>
        <a:lstStyle/>
        <a:p>
          <a:endParaRPr lang="en-US"/>
        </a:p>
      </dgm:t>
    </dgm:pt>
    <dgm:pt modelId="{C1E170BB-172A-45B7-8253-0651F1D02CCD}">
      <dgm:prSet/>
      <dgm:spPr/>
      <dgm:t>
        <a:bodyPr/>
        <a:lstStyle/>
        <a:p>
          <a:r>
            <a:rPr lang="ro-RO" noProof="1"/>
            <a:t>Scenariul </a:t>
          </a:r>
          <a:r>
            <a:rPr lang="en-US" noProof="1"/>
            <a:t>c</a:t>
          </a:r>
          <a:r>
            <a:rPr lang="ro-RO" noProof="1"/>
            <a:t>ritic: intr-un sistem asincron supus partitionarii, algoritmii clasici (e.g. Bully) pot esua sau bloca sistemul.</a:t>
          </a:r>
        </a:p>
      </dgm:t>
    </dgm:pt>
    <dgm:pt modelId="{8F39D177-4CE4-46E6-B963-1D254B535A9C}" type="parTrans" cxnId="{323214F9-2063-4FA7-B0B3-0F1A7C08C775}">
      <dgm:prSet/>
      <dgm:spPr/>
      <dgm:t>
        <a:bodyPr/>
        <a:lstStyle/>
        <a:p>
          <a:endParaRPr lang="en-US"/>
        </a:p>
      </dgm:t>
    </dgm:pt>
    <dgm:pt modelId="{0C91D952-FE00-4095-A762-47D341C1C524}" type="sibTrans" cxnId="{323214F9-2063-4FA7-B0B3-0F1A7C08C775}">
      <dgm:prSet/>
      <dgm:spPr/>
      <dgm:t>
        <a:bodyPr/>
        <a:lstStyle/>
        <a:p>
          <a:endParaRPr lang="en-US"/>
        </a:p>
      </dgm:t>
    </dgm:pt>
    <dgm:pt modelId="{C9FA3568-A433-408A-ADAD-3AAB394D95DC}" type="pres">
      <dgm:prSet presAssocID="{E361F014-57ED-4B1B-BEA3-93D9CC1EA811}" presName="linear" presStyleCnt="0">
        <dgm:presLayoutVars>
          <dgm:animLvl val="lvl"/>
          <dgm:resizeHandles val="exact"/>
        </dgm:presLayoutVars>
      </dgm:prSet>
      <dgm:spPr/>
    </dgm:pt>
    <dgm:pt modelId="{7CCA0AB9-AFE5-41AB-99AE-FA6137B74770}" type="pres">
      <dgm:prSet presAssocID="{A5044935-CFD5-4F75-9F92-7E2E70C4266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198F1AB-5C4C-4EFA-B49A-0E334F40CD73}" type="pres">
      <dgm:prSet presAssocID="{15CA0486-EE2F-40AD-B769-517C55F775B1}" presName="spacer" presStyleCnt="0"/>
      <dgm:spPr/>
    </dgm:pt>
    <dgm:pt modelId="{51754881-FCD2-4C04-8F88-8E132FD313EC}" type="pres">
      <dgm:prSet presAssocID="{3DB8A96D-0C0B-45C9-B77B-A3A7C5B6795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AD9F9E6-5746-4468-BC06-D9F48E9C3C61}" type="pres">
      <dgm:prSet presAssocID="{440EE43C-F68C-4D27-AFFF-DEB3AFB71797}" presName="spacer" presStyleCnt="0"/>
      <dgm:spPr/>
    </dgm:pt>
    <dgm:pt modelId="{D34D53EF-4388-41A1-9669-7C3705AEC217}" type="pres">
      <dgm:prSet presAssocID="{C1E170BB-172A-45B7-8253-0651F1D02CC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ADB40C43-5C0F-4A06-8297-74DE64F3C7B4}" srcId="{E361F014-57ED-4B1B-BEA3-93D9CC1EA811}" destId="{3DB8A96D-0C0B-45C9-B77B-A3A7C5B6795E}" srcOrd="1" destOrd="0" parTransId="{4E694D3D-8BD6-49F1-B9F6-25DD0CCC2867}" sibTransId="{440EE43C-F68C-4D27-AFFF-DEB3AFB71797}"/>
    <dgm:cxn modelId="{2ACC3774-F5A1-43FC-92D4-0BFB59EFFF60}" type="presOf" srcId="{E361F014-57ED-4B1B-BEA3-93D9CC1EA811}" destId="{C9FA3568-A433-408A-ADAD-3AAB394D95DC}" srcOrd="0" destOrd="0" presId="urn:microsoft.com/office/officeart/2005/8/layout/vList2"/>
    <dgm:cxn modelId="{135B9188-0588-434A-A55F-CFB4DB1DC633}" type="presOf" srcId="{C1E170BB-172A-45B7-8253-0651F1D02CCD}" destId="{D34D53EF-4388-41A1-9669-7C3705AEC217}" srcOrd="0" destOrd="0" presId="urn:microsoft.com/office/officeart/2005/8/layout/vList2"/>
    <dgm:cxn modelId="{89EE4F99-EBF5-49D2-9995-CFA333A95A92}" type="presOf" srcId="{3DB8A96D-0C0B-45C9-B77B-A3A7C5B6795E}" destId="{51754881-FCD2-4C04-8F88-8E132FD313EC}" srcOrd="0" destOrd="0" presId="urn:microsoft.com/office/officeart/2005/8/layout/vList2"/>
    <dgm:cxn modelId="{92E9369C-B146-4990-BF34-A43B701061A5}" srcId="{E361F014-57ED-4B1B-BEA3-93D9CC1EA811}" destId="{A5044935-CFD5-4F75-9F92-7E2E70C42662}" srcOrd="0" destOrd="0" parTransId="{1291FA5B-82A5-4858-BB3D-A5222F031033}" sibTransId="{15CA0486-EE2F-40AD-B769-517C55F775B1}"/>
    <dgm:cxn modelId="{8D6DC9CC-156C-44C0-A263-CAA59EBEDD3C}" type="presOf" srcId="{A5044935-CFD5-4F75-9F92-7E2E70C42662}" destId="{7CCA0AB9-AFE5-41AB-99AE-FA6137B74770}" srcOrd="0" destOrd="0" presId="urn:microsoft.com/office/officeart/2005/8/layout/vList2"/>
    <dgm:cxn modelId="{323214F9-2063-4FA7-B0B3-0F1A7C08C775}" srcId="{E361F014-57ED-4B1B-BEA3-93D9CC1EA811}" destId="{C1E170BB-172A-45B7-8253-0651F1D02CCD}" srcOrd="2" destOrd="0" parTransId="{8F39D177-4CE4-46E6-B963-1D254B535A9C}" sibTransId="{0C91D952-FE00-4095-A762-47D341C1C524}"/>
    <dgm:cxn modelId="{3B3C0B12-2DFD-47CE-A398-BDEAE11A2DA6}" type="presParOf" srcId="{C9FA3568-A433-408A-ADAD-3AAB394D95DC}" destId="{7CCA0AB9-AFE5-41AB-99AE-FA6137B74770}" srcOrd="0" destOrd="0" presId="urn:microsoft.com/office/officeart/2005/8/layout/vList2"/>
    <dgm:cxn modelId="{DDA4D47A-0AFB-4856-86A1-03F08B474EBE}" type="presParOf" srcId="{C9FA3568-A433-408A-ADAD-3AAB394D95DC}" destId="{A198F1AB-5C4C-4EFA-B49A-0E334F40CD73}" srcOrd="1" destOrd="0" presId="urn:microsoft.com/office/officeart/2005/8/layout/vList2"/>
    <dgm:cxn modelId="{F15E66D0-FC73-4FD5-AC09-F384E4A6D381}" type="presParOf" srcId="{C9FA3568-A433-408A-ADAD-3AAB394D95DC}" destId="{51754881-FCD2-4C04-8F88-8E132FD313EC}" srcOrd="2" destOrd="0" presId="urn:microsoft.com/office/officeart/2005/8/layout/vList2"/>
    <dgm:cxn modelId="{50904AE4-22CA-4B1A-9834-D87119DDF3EB}" type="presParOf" srcId="{C9FA3568-A433-408A-ADAD-3AAB394D95DC}" destId="{3AD9F9E6-5746-4468-BC06-D9F48E9C3C61}" srcOrd="3" destOrd="0" presId="urn:microsoft.com/office/officeart/2005/8/layout/vList2"/>
    <dgm:cxn modelId="{669BCE1E-3BED-473C-90DA-6FAA72CF1DBB}" type="presParOf" srcId="{C9FA3568-A433-408A-ADAD-3AAB394D95DC}" destId="{D34D53EF-4388-41A1-9669-7C3705AEC21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7300DB3-E123-4DF0-971D-1CA1D1B38638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7C5F463-BB3F-479C-93D5-98EC4FBF5E6F}">
      <dgm:prSet/>
      <dgm:spPr/>
      <dgm:t>
        <a:bodyPr/>
        <a:lstStyle/>
        <a:p>
          <a:r>
            <a:rPr lang="ro-RO" noProof="1"/>
            <a:t>Fiecare grup actioneaza ca o unitate logica de noduri cu un singur coordonator.</a:t>
          </a:r>
        </a:p>
      </dgm:t>
    </dgm:pt>
    <dgm:pt modelId="{75E1AC2F-2E3B-43AB-9341-D8C6F2EB16C8}" type="parTrans" cxnId="{D3CEF004-7DD3-42DF-ABFB-64A0E344D75F}">
      <dgm:prSet/>
      <dgm:spPr/>
      <dgm:t>
        <a:bodyPr/>
        <a:lstStyle/>
        <a:p>
          <a:endParaRPr lang="en-US"/>
        </a:p>
      </dgm:t>
    </dgm:pt>
    <dgm:pt modelId="{5CA0ACB3-BA98-4026-9B67-2E1CA199E4DE}" type="sibTrans" cxnId="{D3CEF004-7DD3-42DF-ABFB-64A0E344D75F}">
      <dgm:prSet/>
      <dgm:spPr/>
      <dgm:t>
        <a:bodyPr/>
        <a:lstStyle/>
        <a:p>
          <a:endParaRPr lang="en-US"/>
        </a:p>
      </dgm:t>
    </dgm:pt>
    <dgm:pt modelId="{CDAC6C95-C6FB-4E11-B92E-2CDE260F5046}">
      <dgm:prSet/>
      <dgm:spPr/>
      <dgm:t>
        <a:bodyPr/>
        <a:lstStyle/>
        <a:p>
          <a:r>
            <a:rPr lang="ro-RO" noProof="1"/>
            <a:t>Coordonatorii trimit periodic mesaje Check.</a:t>
          </a:r>
        </a:p>
      </dgm:t>
    </dgm:pt>
    <dgm:pt modelId="{92F223A4-2903-49C2-A296-43176A62CC9D}" type="parTrans" cxnId="{D40508FC-B543-486F-9224-CF4CEDDA0675}">
      <dgm:prSet/>
      <dgm:spPr/>
      <dgm:t>
        <a:bodyPr/>
        <a:lstStyle/>
        <a:p>
          <a:endParaRPr lang="en-US"/>
        </a:p>
      </dgm:t>
    </dgm:pt>
    <dgm:pt modelId="{D9F0A3D6-BE75-4D5F-BA40-3B35661903EF}" type="sibTrans" cxnId="{D40508FC-B543-486F-9224-CF4CEDDA0675}">
      <dgm:prSet/>
      <dgm:spPr/>
      <dgm:t>
        <a:bodyPr/>
        <a:lstStyle/>
        <a:p>
          <a:endParaRPr lang="en-US"/>
        </a:p>
      </dgm:t>
    </dgm:pt>
    <dgm:pt modelId="{A1C24765-C763-456E-8974-086989EBE746}">
      <dgm:prSet/>
      <dgm:spPr/>
      <dgm:t>
        <a:bodyPr/>
        <a:lstStyle/>
        <a:p>
          <a:r>
            <a:rPr lang="ro-RO" noProof="1"/>
            <a:t>Daca doi coordonatori se gasesc, cel cu prioritate mai mare il invita pe celalalt.</a:t>
          </a:r>
        </a:p>
      </dgm:t>
    </dgm:pt>
    <dgm:pt modelId="{772139C7-7ED8-45FF-984A-28F5CC38E518}" type="parTrans" cxnId="{42D589CA-06C6-4649-B6A6-81FDC0FCAB95}">
      <dgm:prSet/>
      <dgm:spPr/>
      <dgm:t>
        <a:bodyPr/>
        <a:lstStyle/>
        <a:p>
          <a:endParaRPr lang="en-US"/>
        </a:p>
      </dgm:t>
    </dgm:pt>
    <dgm:pt modelId="{1697CFD9-0CC4-4340-86B6-B54DDE29750D}" type="sibTrans" cxnId="{42D589CA-06C6-4649-B6A6-81FDC0FCAB95}">
      <dgm:prSet/>
      <dgm:spPr/>
      <dgm:t>
        <a:bodyPr/>
        <a:lstStyle/>
        <a:p>
          <a:endParaRPr lang="en-US"/>
        </a:p>
      </dgm:t>
    </dgm:pt>
    <dgm:pt modelId="{16F494EA-86F9-490E-ABB5-C28593FB04DE}">
      <dgm:prSet/>
      <dgm:spPr/>
      <dgm:t>
        <a:bodyPr/>
        <a:lstStyle/>
        <a:p>
          <a:r>
            <a:rPr lang="ro-RO" noProof="1"/>
            <a:t>Rezultatul este reunificarea automata a sub-sistemelor dupa partitionare.</a:t>
          </a:r>
        </a:p>
      </dgm:t>
    </dgm:pt>
    <dgm:pt modelId="{64C7F31D-0DC6-4D9E-B3D7-095DA53260AD}" type="parTrans" cxnId="{3A7BB001-E7D3-48FB-8FDE-C21E6C01A6E1}">
      <dgm:prSet/>
      <dgm:spPr/>
      <dgm:t>
        <a:bodyPr/>
        <a:lstStyle/>
        <a:p>
          <a:endParaRPr lang="en-US"/>
        </a:p>
      </dgm:t>
    </dgm:pt>
    <dgm:pt modelId="{3D3B0A41-CAEE-4F81-81CF-7E22EE9AFC50}" type="sibTrans" cxnId="{3A7BB001-E7D3-48FB-8FDE-C21E6C01A6E1}">
      <dgm:prSet/>
      <dgm:spPr/>
      <dgm:t>
        <a:bodyPr/>
        <a:lstStyle/>
        <a:p>
          <a:endParaRPr lang="en-US"/>
        </a:p>
      </dgm:t>
    </dgm:pt>
    <dgm:pt modelId="{3A138F7E-2859-4A11-B01E-46CE8BD5BD1A}" type="pres">
      <dgm:prSet presAssocID="{A7300DB3-E123-4DF0-971D-1CA1D1B38638}" presName="linear" presStyleCnt="0">
        <dgm:presLayoutVars>
          <dgm:animLvl val="lvl"/>
          <dgm:resizeHandles val="exact"/>
        </dgm:presLayoutVars>
      </dgm:prSet>
      <dgm:spPr/>
    </dgm:pt>
    <dgm:pt modelId="{50A2655D-2456-4883-BD6C-9D8A81E08DDE}" type="pres">
      <dgm:prSet presAssocID="{27C5F463-BB3F-479C-93D5-98EC4FBF5E6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4283A9CC-31E6-4E70-98BE-A1812226FBCC}" type="pres">
      <dgm:prSet presAssocID="{5CA0ACB3-BA98-4026-9B67-2E1CA199E4DE}" presName="spacer" presStyleCnt="0"/>
      <dgm:spPr/>
    </dgm:pt>
    <dgm:pt modelId="{39DE79C9-33A7-42CC-B98E-2B4F7D353373}" type="pres">
      <dgm:prSet presAssocID="{CDAC6C95-C6FB-4E11-B92E-2CDE260F504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E63E188-5BC7-48DC-9FF8-9318D536C140}" type="pres">
      <dgm:prSet presAssocID="{D9F0A3D6-BE75-4D5F-BA40-3B35661903EF}" presName="spacer" presStyleCnt="0"/>
      <dgm:spPr/>
    </dgm:pt>
    <dgm:pt modelId="{F0AACB90-562B-41C6-BB7B-024D0C6C44DF}" type="pres">
      <dgm:prSet presAssocID="{A1C24765-C763-456E-8974-086989EBE74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4838DA2-B107-4840-AB82-AFFA8D459724}" type="pres">
      <dgm:prSet presAssocID="{1697CFD9-0CC4-4340-86B6-B54DDE29750D}" presName="spacer" presStyleCnt="0"/>
      <dgm:spPr/>
    </dgm:pt>
    <dgm:pt modelId="{DEE669B0-FCFF-431B-B183-ED825210EA9E}" type="pres">
      <dgm:prSet presAssocID="{16F494EA-86F9-490E-ABB5-C28593FB04DE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3A7BB001-E7D3-48FB-8FDE-C21E6C01A6E1}" srcId="{A7300DB3-E123-4DF0-971D-1CA1D1B38638}" destId="{16F494EA-86F9-490E-ABB5-C28593FB04DE}" srcOrd="3" destOrd="0" parTransId="{64C7F31D-0DC6-4D9E-B3D7-095DA53260AD}" sibTransId="{3D3B0A41-CAEE-4F81-81CF-7E22EE9AFC50}"/>
    <dgm:cxn modelId="{D3CEF004-7DD3-42DF-ABFB-64A0E344D75F}" srcId="{A7300DB3-E123-4DF0-971D-1CA1D1B38638}" destId="{27C5F463-BB3F-479C-93D5-98EC4FBF5E6F}" srcOrd="0" destOrd="0" parTransId="{75E1AC2F-2E3B-43AB-9341-D8C6F2EB16C8}" sibTransId="{5CA0ACB3-BA98-4026-9B67-2E1CA199E4DE}"/>
    <dgm:cxn modelId="{AC428D2E-AC69-44D1-B8BA-979F79B73CA4}" type="presOf" srcId="{CDAC6C95-C6FB-4E11-B92E-2CDE260F5046}" destId="{39DE79C9-33A7-42CC-B98E-2B4F7D353373}" srcOrd="0" destOrd="0" presId="urn:microsoft.com/office/officeart/2005/8/layout/vList2"/>
    <dgm:cxn modelId="{D71AE481-B90D-4F4E-8486-13CD8F7D1D7A}" type="presOf" srcId="{16F494EA-86F9-490E-ABB5-C28593FB04DE}" destId="{DEE669B0-FCFF-431B-B183-ED825210EA9E}" srcOrd="0" destOrd="0" presId="urn:microsoft.com/office/officeart/2005/8/layout/vList2"/>
    <dgm:cxn modelId="{B21AF283-03C7-40BE-9766-E9D7849F8BB6}" type="presOf" srcId="{A7300DB3-E123-4DF0-971D-1CA1D1B38638}" destId="{3A138F7E-2859-4A11-B01E-46CE8BD5BD1A}" srcOrd="0" destOrd="0" presId="urn:microsoft.com/office/officeart/2005/8/layout/vList2"/>
    <dgm:cxn modelId="{FF59E3A4-99DC-433F-BD81-FC5FA4310F48}" type="presOf" srcId="{27C5F463-BB3F-479C-93D5-98EC4FBF5E6F}" destId="{50A2655D-2456-4883-BD6C-9D8A81E08DDE}" srcOrd="0" destOrd="0" presId="urn:microsoft.com/office/officeart/2005/8/layout/vList2"/>
    <dgm:cxn modelId="{42D589CA-06C6-4649-B6A6-81FDC0FCAB95}" srcId="{A7300DB3-E123-4DF0-971D-1CA1D1B38638}" destId="{A1C24765-C763-456E-8974-086989EBE746}" srcOrd="2" destOrd="0" parTransId="{772139C7-7ED8-45FF-984A-28F5CC38E518}" sibTransId="{1697CFD9-0CC4-4340-86B6-B54DDE29750D}"/>
    <dgm:cxn modelId="{9C54E9D3-AAA0-48AA-93A0-19CEC63E728F}" type="presOf" srcId="{A1C24765-C763-456E-8974-086989EBE746}" destId="{F0AACB90-562B-41C6-BB7B-024D0C6C44DF}" srcOrd="0" destOrd="0" presId="urn:microsoft.com/office/officeart/2005/8/layout/vList2"/>
    <dgm:cxn modelId="{D40508FC-B543-486F-9224-CF4CEDDA0675}" srcId="{A7300DB3-E123-4DF0-971D-1CA1D1B38638}" destId="{CDAC6C95-C6FB-4E11-B92E-2CDE260F5046}" srcOrd="1" destOrd="0" parTransId="{92F223A4-2903-49C2-A296-43176A62CC9D}" sibTransId="{D9F0A3D6-BE75-4D5F-BA40-3B35661903EF}"/>
    <dgm:cxn modelId="{2EE161EE-0B70-4D9E-B744-051D7137ECE9}" type="presParOf" srcId="{3A138F7E-2859-4A11-B01E-46CE8BD5BD1A}" destId="{50A2655D-2456-4883-BD6C-9D8A81E08DDE}" srcOrd="0" destOrd="0" presId="urn:microsoft.com/office/officeart/2005/8/layout/vList2"/>
    <dgm:cxn modelId="{FD7BB3CD-09CC-42B4-A1C6-0DC36DF933D9}" type="presParOf" srcId="{3A138F7E-2859-4A11-B01E-46CE8BD5BD1A}" destId="{4283A9CC-31E6-4E70-98BE-A1812226FBCC}" srcOrd="1" destOrd="0" presId="urn:microsoft.com/office/officeart/2005/8/layout/vList2"/>
    <dgm:cxn modelId="{8E59FB77-F447-49C2-B2FA-85FED3FA0B63}" type="presParOf" srcId="{3A138F7E-2859-4A11-B01E-46CE8BD5BD1A}" destId="{39DE79C9-33A7-42CC-B98E-2B4F7D353373}" srcOrd="2" destOrd="0" presId="urn:microsoft.com/office/officeart/2005/8/layout/vList2"/>
    <dgm:cxn modelId="{0579A9DC-06AC-43DE-96B9-816B16518EA5}" type="presParOf" srcId="{3A138F7E-2859-4A11-B01E-46CE8BD5BD1A}" destId="{CE63E188-5BC7-48DC-9FF8-9318D536C140}" srcOrd="3" destOrd="0" presId="urn:microsoft.com/office/officeart/2005/8/layout/vList2"/>
    <dgm:cxn modelId="{E9194653-528E-426C-A40F-299564C12346}" type="presParOf" srcId="{3A138F7E-2859-4A11-B01E-46CE8BD5BD1A}" destId="{F0AACB90-562B-41C6-BB7B-024D0C6C44DF}" srcOrd="4" destOrd="0" presId="urn:microsoft.com/office/officeart/2005/8/layout/vList2"/>
    <dgm:cxn modelId="{16D83933-D071-43A1-9528-84808AF1DEAC}" type="presParOf" srcId="{3A138F7E-2859-4A11-B01E-46CE8BD5BD1A}" destId="{04838DA2-B107-4840-AB82-AFFA8D459724}" srcOrd="5" destOrd="0" presId="urn:microsoft.com/office/officeart/2005/8/layout/vList2"/>
    <dgm:cxn modelId="{1344A401-3559-4EB0-BA7A-60FEB99C40E8}" type="presParOf" srcId="{3A138F7E-2859-4A11-B01E-46CE8BD5BD1A}" destId="{DEE669B0-FCFF-431B-B183-ED825210EA9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EE784FA-65DA-4933-9635-85648482B376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7754443-36A7-4507-A8CB-FE7983A9C4B3}">
      <dgm:prSet/>
      <dgm:spPr/>
      <dgm:t>
        <a:bodyPr/>
        <a:lstStyle/>
        <a:p>
          <a:r>
            <a:rPr lang="ro-RO" noProof="1"/>
            <a:t>Single Program Multiple Data: acelasi cod (node_template.py) ruleaza pe toate nodurile, comportamentul difera in functie de starea locala.</a:t>
          </a:r>
        </a:p>
      </dgm:t>
    </dgm:pt>
    <dgm:pt modelId="{30CD00BB-5DA1-407F-9D4B-E1C33F3CB3EC}" type="parTrans" cxnId="{F781E875-A60A-4626-8BC1-DAA818CA82FD}">
      <dgm:prSet/>
      <dgm:spPr/>
      <dgm:t>
        <a:bodyPr/>
        <a:lstStyle/>
        <a:p>
          <a:endParaRPr lang="en-US"/>
        </a:p>
      </dgm:t>
    </dgm:pt>
    <dgm:pt modelId="{00013694-49F5-43B3-9C6D-41D54A60FA85}" type="sibTrans" cxnId="{F781E875-A60A-4626-8BC1-DAA818CA82FD}">
      <dgm:prSet/>
      <dgm:spPr/>
      <dgm:t>
        <a:bodyPr/>
        <a:lstStyle/>
        <a:p>
          <a:endParaRPr lang="en-US"/>
        </a:p>
      </dgm:t>
    </dgm:pt>
    <dgm:pt modelId="{95A89031-5B77-4B05-B0F3-D345BC61E70F}">
      <dgm:prSet/>
      <dgm:spPr/>
      <dgm:t>
        <a:bodyPr/>
        <a:lstStyle/>
        <a:p>
          <a:r>
            <a:rPr lang="ro-RO" noProof="1"/>
            <a:t>Stocare Stabila (Stable Storage): starea (ID grup, Coordonator) este salvata pe disc (pickle); esential pentru recuperare (Crash-Recovery model).</a:t>
          </a:r>
        </a:p>
      </dgm:t>
    </dgm:pt>
    <dgm:pt modelId="{498DF4B7-EBD2-48F7-A9AF-C3607422C473}" type="parTrans" cxnId="{59CE85A3-1AA6-4A4A-A0AD-96C6C6810DEF}">
      <dgm:prSet/>
      <dgm:spPr/>
      <dgm:t>
        <a:bodyPr/>
        <a:lstStyle/>
        <a:p>
          <a:endParaRPr lang="en-US"/>
        </a:p>
      </dgm:t>
    </dgm:pt>
    <dgm:pt modelId="{A49DB3C2-F1AC-4F4E-ADFB-45D9CC2220E5}" type="sibTrans" cxnId="{59CE85A3-1AA6-4A4A-A0AD-96C6C6810DEF}">
      <dgm:prSet/>
      <dgm:spPr/>
      <dgm:t>
        <a:bodyPr/>
        <a:lstStyle/>
        <a:p>
          <a:endParaRPr lang="en-US"/>
        </a:p>
      </dgm:t>
    </dgm:pt>
    <dgm:pt modelId="{61BADC48-209D-47CC-A132-F1758988191B}">
      <dgm:prSet/>
      <dgm:spPr/>
      <dgm:t>
        <a:bodyPr/>
        <a:lstStyle/>
        <a:p>
          <a:r>
            <a:rPr lang="ro-RO" noProof="1"/>
            <a:t>Comunicare</a:t>
          </a:r>
          <a:r>
            <a:rPr lang="en-US" noProof="1"/>
            <a:t>a se face prin</a:t>
          </a:r>
          <a:r>
            <a:rPr lang="ro-RO" noProof="1"/>
            <a:t> ZeroMQ (Socket-uri asincrone).</a:t>
          </a:r>
        </a:p>
      </dgm:t>
    </dgm:pt>
    <dgm:pt modelId="{EFBC3A68-321D-40C2-8DC1-DBBB44513E82}" type="parTrans" cxnId="{4C6B6EB2-82B3-474F-8340-0097E4D9C7CA}">
      <dgm:prSet/>
      <dgm:spPr/>
      <dgm:t>
        <a:bodyPr/>
        <a:lstStyle/>
        <a:p>
          <a:endParaRPr lang="en-US"/>
        </a:p>
      </dgm:t>
    </dgm:pt>
    <dgm:pt modelId="{717C9A56-1148-4EF4-8D64-DA79445F0099}" type="sibTrans" cxnId="{4C6B6EB2-82B3-474F-8340-0097E4D9C7CA}">
      <dgm:prSet/>
      <dgm:spPr/>
      <dgm:t>
        <a:bodyPr/>
        <a:lstStyle/>
        <a:p>
          <a:endParaRPr lang="en-US"/>
        </a:p>
      </dgm:t>
    </dgm:pt>
    <dgm:pt modelId="{A950E60B-1942-4B1B-A9E3-0B88987B0FDA}" type="pres">
      <dgm:prSet presAssocID="{2EE784FA-65DA-4933-9635-85648482B376}" presName="linear" presStyleCnt="0">
        <dgm:presLayoutVars>
          <dgm:animLvl val="lvl"/>
          <dgm:resizeHandles val="exact"/>
        </dgm:presLayoutVars>
      </dgm:prSet>
      <dgm:spPr/>
    </dgm:pt>
    <dgm:pt modelId="{6313FA79-CC91-487F-8092-78BF8D530CD7}" type="pres">
      <dgm:prSet presAssocID="{D7754443-36A7-4507-A8CB-FE7983A9C4B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05FD2E5-F0E4-4620-89BA-34AD55606050}" type="pres">
      <dgm:prSet presAssocID="{00013694-49F5-43B3-9C6D-41D54A60FA85}" presName="spacer" presStyleCnt="0"/>
      <dgm:spPr/>
    </dgm:pt>
    <dgm:pt modelId="{B5669418-8F6A-40F9-B589-172399A5FCD6}" type="pres">
      <dgm:prSet presAssocID="{95A89031-5B77-4B05-B0F3-D345BC61E70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63D3379-A694-40A5-8F2D-EC747C7FCDD8}" type="pres">
      <dgm:prSet presAssocID="{A49DB3C2-F1AC-4F4E-ADFB-45D9CC2220E5}" presName="spacer" presStyleCnt="0"/>
      <dgm:spPr/>
    </dgm:pt>
    <dgm:pt modelId="{89DAC559-E741-4A36-8126-65A12FC86B77}" type="pres">
      <dgm:prSet presAssocID="{61BADC48-209D-47CC-A132-F1758988191B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1594822-35B9-4A6B-879A-99E5CDE09D77}" type="presOf" srcId="{95A89031-5B77-4B05-B0F3-D345BC61E70F}" destId="{B5669418-8F6A-40F9-B589-172399A5FCD6}" srcOrd="0" destOrd="0" presId="urn:microsoft.com/office/officeart/2005/8/layout/vList2"/>
    <dgm:cxn modelId="{232D4735-44B6-4612-AF4F-36D5C7BE4221}" type="presOf" srcId="{2EE784FA-65DA-4933-9635-85648482B376}" destId="{A950E60B-1942-4B1B-A9E3-0B88987B0FDA}" srcOrd="0" destOrd="0" presId="urn:microsoft.com/office/officeart/2005/8/layout/vList2"/>
    <dgm:cxn modelId="{DA2D226B-B1A7-4DA0-B4A4-F51E31560305}" type="presOf" srcId="{D7754443-36A7-4507-A8CB-FE7983A9C4B3}" destId="{6313FA79-CC91-487F-8092-78BF8D530CD7}" srcOrd="0" destOrd="0" presId="urn:microsoft.com/office/officeart/2005/8/layout/vList2"/>
    <dgm:cxn modelId="{F781E875-A60A-4626-8BC1-DAA818CA82FD}" srcId="{2EE784FA-65DA-4933-9635-85648482B376}" destId="{D7754443-36A7-4507-A8CB-FE7983A9C4B3}" srcOrd="0" destOrd="0" parTransId="{30CD00BB-5DA1-407F-9D4B-E1C33F3CB3EC}" sibTransId="{00013694-49F5-43B3-9C6D-41D54A60FA85}"/>
    <dgm:cxn modelId="{EE27E398-385E-4DE4-B450-86B3E81CDD9B}" type="presOf" srcId="{61BADC48-209D-47CC-A132-F1758988191B}" destId="{89DAC559-E741-4A36-8126-65A12FC86B77}" srcOrd="0" destOrd="0" presId="urn:microsoft.com/office/officeart/2005/8/layout/vList2"/>
    <dgm:cxn modelId="{59CE85A3-1AA6-4A4A-A0AD-96C6C6810DEF}" srcId="{2EE784FA-65DA-4933-9635-85648482B376}" destId="{95A89031-5B77-4B05-B0F3-D345BC61E70F}" srcOrd="1" destOrd="0" parTransId="{498DF4B7-EBD2-48F7-A9AF-C3607422C473}" sibTransId="{A49DB3C2-F1AC-4F4E-ADFB-45D9CC2220E5}"/>
    <dgm:cxn modelId="{4C6B6EB2-82B3-474F-8340-0097E4D9C7CA}" srcId="{2EE784FA-65DA-4933-9635-85648482B376}" destId="{61BADC48-209D-47CC-A132-F1758988191B}" srcOrd="2" destOrd="0" parTransId="{EFBC3A68-321D-40C2-8DC1-DBBB44513E82}" sibTransId="{717C9A56-1148-4EF4-8D64-DA79445F0099}"/>
    <dgm:cxn modelId="{B3D5E522-1208-4C4D-8004-45C264FA3738}" type="presParOf" srcId="{A950E60B-1942-4B1B-A9E3-0B88987B0FDA}" destId="{6313FA79-CC91-487F-8092-78BF8D530CD7}" srcOrd="0" destOrd="0" presId="urn:microsoft.com/office/officeart/2005/8/layout/vList2"/>
    <dgm:cxn modelId="{64838715-40E8-4B99-98A4-F4F39CF3D7C4}" type="presParOf" srcId="{A950E60B-1942-4B1B-A9E3-0B88987B0FDA}" destId="{805FD2E5-F0E4-4620-89BA-34AD55606050}" srcOrd="1" destOrd="0" presId="urn:microsoft.com/office/officeart/2005/8/layout/vList2"/>
    <dgm:cxn modelId="{9E540E3C-434A-4F57-8F49-5B3809B3311A}" type="presParOf" srcId="{A950E60B-1942-4B1B-A9E3-0B88987B0FDA}" destId="{B5669418-8F6A-40F9-B589-172399A5FCD6}" srcOrd="2" destOrd="0" presId="urn:microsoft.com/office/officeart/2005/8/layout/vList2"/>
    <dgm:cxn modelId="{145CFF47-5336-461C-8334-36125B492995}" type="presParOf" srcId="{A950E60B-1942-4B1B-A9E3-0B88987B0FDA}" destId="{063D3379-A694-40A5-8F2D-EC747C7FCDD8}" srcOrd="3" destOrd="0" presId="urn:microsoft.com/office/officeart/2005/8/layout/vList2"/>
    <dgm:cxn modelId="{1569BF61-B455-4591-85CA-666ED424569C}" type="presParOf" srcId="{A950E60B-1942-4B1B-A9E3-0B88987B0FDA}" destId="{89DAC559-E741-4A36-8126-65A12FC86B77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07EBCEA-6461-4DD5-AA4D-A6CB6EC28519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F431981-C860-4ACF-850D-A698823C1024}">
      <dgm:prSet/>
      <dgm:spPr/>
      <dgm:t>
        <a:bodyPr/>
        <a:lstStyle/>
        <a:p>
          <a:r>
            <a:rPr lang="ro-RO" noProof="1"/>
            <a:t>Stari:</a:t>
          </a:r>
        </a:p>
      </dgm:t>
    </dgm:pt>
    <dgm:pt modelId="{74BEF78F-1904-4C7E-9B23-03EB9ABDF10E}" type="parTrans" cxnId="{6D9C75A1-E3BF-4BFD-A00E-7DF6CA40DE2E}">
      <dgm:prSet/>
      <dgm:spPr/>
      <dgm:t>
        <a:bodyPr/>
        <a:lstStyle/>
        <a:p>
          <a:endParaRPr lang="en-US"/>
        </a:p>
      </dgm:t>
    </dgm:pt>
    <dgm:pt modelId="{A03B3121-9EE8-44B7-A549-8BA14C7A87C4}" type="sibTrans" cxnId="{6D9C75A1-E3BF-4BFD-A00E-7DF6CA40DE2E}">
      <dgm:prSet/>
      <dgm:spPr/>
      <dgm:t>
        <a:bodyPr/>
        <a:lstStyle/>
        <a:p>
          <a:endParaRPr lang="en-US"/>
        </a:p>
      </dgm:t>
    </dgm:pt>
    <dgm:pt modelId="{4BCD603E-225C-4834-986D-7C0B80440843}">
      <dgm:prSet/>
      <dgm:spPr/>
      <dgm:t>
        <a:bodyPr/>
        <a:lstStyle/>
        <a:p>
          <a:r>
            <a:rPr lang="ro-RO" b="1" noProof="1"/>
            <a:t>Normal:</a:t>
          </a:r>
          <a:r>
            <a:rPr lang="ro-RO" noProof="1"/>
            <a:t> monitorizare, heartbeat.</a:t>
          </a:r>
        </a:p>
      </dgm:t>
    </dgm:pt>
    <dgm:pt modelId="{81CE0A44-7949-4916-BD24-E418B14756EC}" type="parTrans" cxnId="{9B95EA75-A2E3-45EB-AEF8-C034349D2C3A}">
      <dgm:prSet/>
      <dgm:spPr/>
      <dgm:t>
        <a:bodyPr/>
        <a:lstStyle/>
        <a:p>
          <a:endParaRPr lang="en-US"/>
        </a:p>
      </dgm:t>
    </dgm:pt>
    <dgm:pt modelId="{D86949AF-B5D3-4F69-B17F-4CDC529C3658}" type="sibTrans" cxnId="{9B95EA75-A2E3-45EB-AEF8-C034349D2C3A}">
      <dgm:prSet/>
      <dgm:spPr/>
      <dgm:t>
        <a:bodyPr/>
        <a:lstStyle/>
        <a:p>
          <a:endParaRPr lang="en-US"/>
        </a:p>
      </dgm:t>
    </dgm:pt>
    <dgm:pt modelId="{31A7A547-796B-4097-BA80-6130BB1CAC38}">
      <dgm:prSet/>
      <dgm:spPr/>
      <dgm:t>
        <a:bodyPr/>
        <a:lstStyle/>
        <a:p>
          <a:r>
            <a:rPr lang="ro-RO" b="1" noProof="1"/>
            <a:t>Election:</a:t>
          </a:r>
          <a:r>
            <a:rPr lang="ro-RO" noProof="1"/>
            <a:t> primire invitatie, acceptare.</a:t>
          </a:r>
        </a:p>
      </dgm:t>
    </dgm:pt>
    <dgm:pt modelId="{F208F99A-49C0-40FA-B2E6-DD5231C25651}" type="parTrans" cxnId="{ABF92B60-8989-43C4-BED7-1A21BE94116D}">
      <dgm:prSet/>
      <dgm:spPr/>
      <dgm:t>
        <a:bodyPr/>
        <a:lstStyle/>
        <a:p>
          <a:endParaRPr lang="en-US"/>
        </a:p>
      </dgm:t>
    </dgm:pt>
    <dgm:pt modelId="{A0FC26EC-1F9D-421C-A432-D40BFB1CC1EE}" type="sibTrans" cxnId="{ABF92B60-8989-43C4-BED7-1A21BE94116D}">
      <dgm:prSet/>
      <dgm:spPr/>
      <dgm:t>
        <a:bodyPr/>
        <a:lstStyle/>
        <a:p>
          <a:endParaRPr lang="en-US"/>
        </a:p>
      </dgm:t>
    </dgm:pt>
    <dgm:pt modelId="{F1DEEEA7-8530-4334-8FEA-5F3CBCB03752}">
      <dgm:prSet/>
      <dgm:spPr/>
      <dgm:t>
        <a:bodyPr/>
        <a:lstStyle/>
        <a:p>
          <a:r>
            <a:rPr lang="ro-RO" b="1" noProof="1"/>
            <a:t>Reorganization:</a:t>
          </a:r>
          <a:r>
            <a:rPr lang="ro-RO" noProof="1"/>
            <a:t> sincronizarea datelor (task distribution).</a:t>
          </a:r>
        </a:p>
      </dgm:t>
    </dgm:pt>
    <dgm:pt modelId="{A5408FB9-C6FA-48A2-88EE-685C49B594E6}" type="parTrans" cxnId="{BEF358A6-89CB-46DE-80AF-31DB1A16147E}">
      <dgm:prSet/>
      <dgm:spPr/>
      <dgm:t>
        <a:bodyPr/>
        <a:lstStyle/>
        <a:p>
          <a:endParaRPr lang="en-US"/>
        </a:p>
      </dgm:t>
    </dgm:pt>
    <dgm:pt modelId="{71763600-871A-4A83-B934-E52551A3494E}" type="sibTrans" cxnId="{BEF358A6-89CB-46DE-80AF-31DB1A16147E}">
      <dgm:prSet/>
      <dgm:spPr/>
      <dgm:t>
        <a:bodyPr/>
        <a:lstStyle/>
        <a:p>
          <a:endParaRPr lang="en-US"/>
        </a:p>
      </dgm:t>
    </dgm:pt>
    <dgm:pt modelId="{45DF02E4-B432-4477-AD0B-0276EDD6C3B7}">
      <dgm:prSet/>
      <dgm:spPr/>
      <dgm:t>
        <a:bodyPr/>
        <a:lstStyle/>
        <a:p>
          <a:r>
            <a:rPr lang="ro-RO" b="1" noProof="1"/>
            <a:t>Recovery:</a:t>
          </a:r>
          <a:r>
            <a:rPr lang="ro-RO" noProof="1"/>
            <a:t> cand nodul este izolat (singleton </a:t>
          </a:r>
          <a:r>
            <a:rPr lang="en-US" noProof="1"/>
            <a:t>g</a:t>
          </a:r>
          <a:r>
            <a:rPr lang="ro-RO" noProof="1"/>
            <a:t>roup).</a:t>
          </a:r>
        </a:p>
      </dgm:t>
    </dgm:pt>
    <dgm:pt modelId="{736F938D-E179-4D60-B9DD-19EF8E8E24CD}" type="parTrans" cxnId="{DCF5D8B9-5D39-46BB-9894-8128AB037B36}">
      <dgm:prSet/>
      <dgm:spPr/>
      <dgm:t>
        <a:bodyPr/>
        <a:lstStyle/>
        <a:p>
          <a:endParaRPr lang="en-US"/>
        </a:p>
      </dgm:t>
    </dgm:pt>
    <dgm:pt modelId="{ACC68F88-B9F7-4FEF-924A-8B054BB645F7}" type="sibTrans" cxnId="{DCF5D8B9-5D39-46BB-9894-8128AB037B36}">
      <dgm:prSet/>
      <dgm:spPr/>
      <dgm:t>
        <a:bodyPr/>
        <a:lstStyle/>
        <a:p>
          <a:endParaRPr lang="en-US"/>
        </a:p>
      </dgm:t>
    </dgm:pt>
    <dgm:pt modelId="{388F28EB-5F6E-4625-8F12-F25796D7F695}">
      <dgm:prSet/>
      <dgm:spPr/>
      <dgm:t>
        <a:bodyPr/>
        <a:lstStyle/>
        <a:p>
          <a:r>
            <a:rPr lang="ro-RO" noProof="1"/>
            <a:t>Tranzitiile sunt declansate de mesaje sau timeout-uri.</a:t>
          </a:r>
        </a:p>
      </dgm:t>
    </dgm:pt>
    <dgm:pt modelId="{F8013241-0F63-471C-85B0-2C3C778D222D}" type="parTrans" cxnId="{E1C07234-BD35-4C39-96DB-0C3E02C494B7}">
      <dgm:prSet/>
      <dgm:spPr/>
      <dgm:t>
        <a:bodyPr/>
        <a:lstStyle/>
        <a:p>
          <a:endParaRPr lang="en-US"/>
        </a:p>
      </dgm:t>
    </dgm:pt>
    <dgm:pt modelId="{AC445B15-A5C3-4A1F-B9CB-3DC9D7437866}" type="sibTrans" cxnId="{E1C07234-BD35-4C39-96DB-0C3E02C494B7}">
      <dgm:prSet/>
      <dgm:spPr/>
      <dgm:t>
        <a:bodyPr/>
        <a:lstStyle/>
        <a:p>
          <a:endParaRPr lang="en-US"/>
        </a:p>
      </dgm:t>
    </dgm:pt>
    <dgm:pt modelId="{6491BC0D-B58A-433F-AD9C-41BCA2D8131F}" type="pres">
      <dgm:prSet presAssocID="{307EBCEA-6461-4DD5-AA4D-A6CB6EC28519}" presName="linear" presStyleCnt="0">
        <dgm:presLayoutVars>
          <dgm:animLvl val="lvl"/>
          <dgm:resizeHandles val="exact"/>
        </dgm:presLayoutVars>
      </dgm:prSet>
      <dgm:spPr/>
    </dgm:pt>
    <dgm:pt modelId="{F18120E2-693C-4F13-8DAB-07930A13F238}" type="pres">
      <dgm:prSet presAssocID="{9F431981-C860-4ACF-850D-A698823C102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7377381-9161-4887-A8C7-9721A53D1EA0}" type="pres">
      <dgm:prSet presAssocID="{9F431981-C860-4ACF-850D-A698823C1024}" presName="childText" presStyleLbl="revTx" presStyleIdx="0" presStyleCnt="1">
        <dgm:presLayoutVars>
          <dgm:bulletEnabled val="1"/>
        </dgm:presLayoutVars>
      </dgm:prSet>
      <dgm:spPr/>
    </dgm:pt>
    <dgm:pt modelId="{2D19C862-AA46-4814-A1E3-F557ECC0628F}" type="pres">
      <dgm:prSet presAssocID="{388F28EB-5F6E-4625-8F12-F25796D7F69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E1C07234-BD35-4C39-96DB-0C3E02C494B7}" srcId="{307EBCEA-6461-4DD5-AA4D-A6CB6EC28519}" destId="{388F28EB-5F6E-4625-8F12-F25796D7F695}" srcOrd="1" destOrd="0" parTransId="{F8013241-0F63-471C-85B0-2C3C778D222D}" sibTransId="{AC445B15-A5C3-4A1F-B9CB-3DC9D7437866}"/>
    <dgm:cxn modelId="{0A6CFF37-4202-4547-95DF-CC15050089A1}" type="presOf" srcId="{45DF02E4-B432-4477-AD0B-0276EDD6C3B7}" destId="{17377381-9161-4887-A8C7-9721A53D1EA0}" srcOrd="0" destOrd="3" presId="urn:microsoft.com/office/officeart/2005/8/layout/vList2"/>
    <dgm:cxn modelId="{ABF92B60-8989-43C4-BED7-1A21BE94116D}" srcId="{9F431981-C860-4ACF-850D-A698823C1024}" destId="{31A7A547-796B-4097-BA80-6130BB1CAC38}" srcOrd="1" destOrd="0" parTransId="{F208F99A-49C0-40FA-B2E6-DD5231C25651}" sibTransId="{A0FC26EC-1F9D-421C-A432-D40BFB1CC1EE}"/>
    <dgm:cxn modelId="{58461264-8F84-43C6-BB5E-0283273CD4BC}" type="presOf" srcId="{388F28EB-5F6E-4625-8F12-F25796D7F695}" destId="{2D19C862-AA46-4814-A1E3-F557ECC0628F}" srcOrd="0" destOrd="0" presId="urn:microsoft.com/office/officeart/2005/8/layout/vList2"/>
    <dgm:cxn modelId="{5FEAE170-1B56-4CA8-97EE-895638169673}" type="presOf" srcId="{9F431981-C860-4ACF-850D-A698823C1024}" destId="{F18120E2-693C-4F13-8DAB-07930A13F238}" srcOrd="0" destOrd="0" presId="urn:microsoft.com/office/officeart/2005/8/layout/vList2"/>
    <dgm:cxn modelId="{5B90FC71-B8D9-4C14-9BE2-8F6DA098E4E3}" type="presOf" srcId="{F1DEEEA7-8530-4334-8FEA-5F3CBCB03752}" destId="{17377381-9161-4887-A8C7-9721A53D1EA0}" srcOrd="0" destOrd="2" presId="urn:microsoft.com/office/officeart/2005/8/layout/vList2"/>
    <dgm:cxn modelId="{9B95EA75-A2E3-45EB-AEF8-C034349D2C3A}" srcId="{9F431981-C860-4ACF-850D-A698823C1024}" destId="{4BCD603E-225C-4834-986D-7C0B80440843}" srcOrd="0" destOrd="0" parTransId="{81CE0A44-7949-4916-BD24-E418B14756EC}" sibTransId="{D86949AF-B5D3-4F69-B17F-4CDC529C3658}"/>
    <dgm:cxn modelId="{6D9C75A1-E3BF-4BFD-A00E-7DF6CA40DE2E}" srcId="{307EBCEA-6461-4DD5-AA4D-A6CB6EC28519}" destId="{9F431981-C860-4ACF-850D-A698823C1024}" srcOrd="0" destOrd="0" parTransId="{74BEF78F-1904-4C7E-9B23-03EB9ABDF10E}" sibTransId="{A03B3121-9EE8-44B7-A549-8BA14C7A87C4}"/>
    <dgm:cxn modelId="{BEF358A6-89CB-46DE-80AF-31DB1A16147E}" srcId="{9F431981-C860-4ACF-850D-A698823C1024}" destId="{F1DEEEA7-8530-4334-8FEA-5F3CBCB03752}" srcOrd="2" destOrd="0" parTransId="{A5408FB9-C6FA-48A2-88EE-685C49B594E6}" sibTransId="{71763600-871A-4A83-B934-E52551A3494E}"/>
    <dgm:cxn modelId="{DCF5D8B9-5D39-46BB-9894-8128AB037B36}" srcId="{9F431981-C860-4ACF-850D-A698823C1024}" destId="{45DF02E4-B432-4477-AD0B-0276EDD6C3B7}" srcOrd="3" destOrd="0" parTransId="{736F938D-E179-4D60-B9DD-19EF8E8E24CD}" sibTransId="{ACC68F88-B9F7-4FEF-924A-8B054BB645F7}"/>
    <dgm:cxn modelId="{4291F0E5-4F93-4646-AA50-3550ABB53DE6}" type="presOf" srcId="{4BCD603E-225C-4834-986D-7C0B80440843}" destId="{17377381-9161-4887-A8C7-9721A53D1EA0}" srcOrd="0" destOrd="0" presId="urn:microsoft.com/office/officeart/2005/8/layout/vList2"/>
    <dgm:cxn modelId="{6EA42FEA-5F55-4244-AC5C-48F9424E51DC}" type="presOf" srcId="{307EBCEA-6461-4DD5-AA4D-A6CB6EC28519}" destId="{6491BC0D-B58A-433F-AD9C-41BCA2D8131F}" srcOrd="0" destOrd="0" presId="urn:microsoft.com/office/officeart/2005/8/layout/vList2"/>
    <dgm:cxn modelId="{F5EB55F5-4A75-4A49-A7B9-E9E057B21DBE}" type="presOf" srcId="{31A7A547-796B-4097-BA80-6130BB1CAC38}" destId="{17377381-9161-4887-A8C7-9721A53D1EA0}" srcOrd="0" destOrd="1" presId="urn:microsoft.com/office/officeart/2005/8/layout/vList2"/>
    <dgm:cxn modelId="{3073EF65-F5FA-409E-98B2-BC0EE2CF0087}" type="presParOf" srcId="{6491BC0D-B58A-433F-AD9C-41BCA2D8131F}" destId="{F18120E2-693C-4F13-8DAB-07930A13F238}" srcOrd="0" destOrd="0" presId="urn:microsoft.com/office/officeart/2005/8/layout/vList2"/>
    <dgm:cxn modelId="{114BA398-055B-4422-99FA-6DB324F7D7D2}" type="presParOf" srcId="{6491BC0D-B58A-433F-AD9C-41BCA2D8131F}" destId="{17377381-9161-4887-A8C7-9721A53D1EA0}" srcOrd="1" destOrd="0" presId="urn:microsoft.com/office/officeart/2005/8/layout/vList2"/>
    <dgm:cxn modelId="{E04B1BFC-DD4B-4AB6-A701-FA1CA6C16E4C}" type="presParOf" srcId="{6491BC0D-B58A-433F-AD9C-41BCA2D8131F}" destId="{2D19C862-AA46-4814-A1E3-F557ECC0628F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E0D39AC-88F6-441C-915F-95B40FB3F00B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D45E125-AB1A-445E-BF60-FDEC676E66B9}">
      <dgm:prSet/>
      <dgm:spPr/>
      <dgm:t>
        <a:bodyPr/>
        <a:lstStyle/>
        <a:p>
          <a:r>
            <a:rPr lang="ro-RO" noProof="1"/>
            <a:t>Problema: cum simulam concurenta intr-un proces single-threaded?</a:t>
          </a:r>
        </a:p>
      </dgm:t>
    </dgm:pt>
    <dgm:pt modelId="{811E65BC-B221-4D46-B344-CD57F9EA6CFA}" type="parTrans" cxnId="{35FE222A-F80D-496A-9971-BBC0C028DAF9}">
      <dgm:prSet/>
      <dgm:spPr/>
      <dgm:t>
        <a:bodyPr/>
        <a:lstStyle/>
        <a:p>
          <a:endParaRPr lang="en-US"/>
        </a:p>
      </dgm:t>
    </dgm:pt>
    <dgm:pt modelId="{AF7656BE-43EB-48A1-AB93-B99AFD8A0C0A}" type="sibTrans" cxnId="{35FE222A-F80D-496A-9971-BBC0C028DAF9}">
      <dgm:prSet/>
      <dgm:spPr/>
      <dgm:t>
        <a:bodyPr/>
        <a:lstStyle/>
        <a:p>
          <a:endParaRPr lang="en-US"/>
        </a:p>
      </dgm:t>
    </dgm:pt>
    <dgm:pt modelId="{EA68C53A-108B-45EB-9E5F-EC60DF4B4090}">
      <dgm:prSet/>
      <dgm:spPr/>
      <dgm:t>
        <a:bodyPr/>
        <a:lstStyle/>
        <a:p>
          <a:r>
            <a:rPr lang="ro-RO" noProof="1"/>
            <a:t>Priority Queue pentru evenimente temporale.</a:t>
          </a:r>
        </a:p>
      </dgm:t>
    </dgm:pt>
    <dgm:pt modelId="{0E0AD570-E81C-4499-8125-7A40F561BC13}" type="parTrans" cxnId="{920422D8-0A34-4B15-A593-4AB19034DB15}">
      <dgm:prSet/>
      <dgm:spPr/>
      <dgm:t>
        <a:bodyPr/>
        <a:lstStyle/>
        <a:p>
          <a:endParaRPr lang="en-US"/>
        </a:p>
      </dgm:t>
    </dgm:pt>
    <dgm:pt modelId="{77FA26F1-5DED-466C-A9C9-C4CF7F6C58C6}" type="sibTrans" cxnId="{920422D8-0A34-4B15-A593-4AB19034DB15}">
      <dgm:prSet/>
      <dgm:spPr/>
      <dgm:t>
        <a:bodyPr/>
        <a:lstStyle/>
        <a:p>
          <a:endParaRPr lang="en-US"/>
        </a:p>
      </dgm:t>
    </dgm:pt>
    <dgm:pt modelId="{0E4EE913-84F8-4455-8C81-AA1066118A98}">
      <dgm:prSet/>
      <dgm:spPr/>
      <dgm:t>
        <a:bodyPr/>
        <a:lstStyle/>
        <a:p>
          <a:r>
            <a:rPr lang="ro-RO" noProof="1"/>
            <a:t>Nu folosim sleep() blocant.</a:t>
          </a:r>
        </a:p>
      </dgm:t>
    </dgm:pt>
    <dgm:pt modelId="{A05E95DA-A91E-45D0-B9FC-C1EBB70B7648}" type="parTrans" cxnId="{F0DE64E9-4CF0-41F4-BEF8-E2AC7CE115E4}">
      <dgm:prSet/>
      <dgm:spPr/>
      <dgm:t>
        <a:bodyPr/>
        <a:lstStyle/>
        <a:p>
          <a:endParaRPr lang="en-US"/>
        </a:p>
      </dgm:t>
    </dgm:pt>
    <dgm:pt modelId="{02189A54-F08E-4729-B7FD-1D0519D1462A}" type="sibTrans" cxnId="{F0DE64E9-4CF0-41F4-BEF8-E2AC7CE115E4}">
      <dgm:prSet/>
      <dgm:spPr/>
      <dgm:t>
        <a:bodyPr/>
        <a:lstStyle/>
        <a:p>
          <a:endParaRPr lang="en-US"/>
        </a:p>
      </dgm:t>
    </dgm:pt>
    <dgm:pt modelId="{824F6D00-4054-43D0-8B98-64D51BA6C614}">
      <dgm:prSet/>
      <dgm:spPr/>
      <dgm:t>
        <a:bodyPr/>
        <a:lstStyle/>
        <a:p>
          <a:r>
            <a:rPr lang="ro-RO" noProof="1"/>
            <a:t>Verificam constant daca a expirat un mesaj de tip INVITATION sau Check.</a:t>
          </a:r>
        </a:p>
      </dgm:t>
    </dgm:pt>
    <dgm:pt modelId="{A1926176-1EAD-4F74-ABF0-8056A1544740}" type="parTrans" cxnId="{32009989-5717-49F3-8019-52E6D2FB4A16}">
      <dgm:prSet/>
      <dgm:spPr/>
      <dgm:t>
        <a:bodyPr/>
        <a:lstStyle/>
        <a:p>
          <a:endParaRPr lang="en-US"/>
        </a:p>
      </dgm:t>
    </dgm:pt>
    <dgm:pt modelId="{E7ACAAD3-8567-4BA6-AB96-406EE631EB76}" type="sibTrans" cxnId="{32009989-5717-49F3-8019-52E6D2FB4A16}">
      <dgm:prSet/>
      <dgm:spPr/>
      <dgm:t>
        <a:bodyPr/>
        <a:lstStyle/>
        <a:p>
          <a:endParaRPr lang="en-US"/>
        </a:p>
      </dgm:t>
    </dgm:pt>
    <dgm:pt modelId="{B061EAAC-7EDB-47DD-A030-0BD8FEBBC39D}">
      <dgm:prSet/>
      <dgm:spPr/>
      <dgm:t>
        <a:bodyPr/>
        <a:lstStyle/>
        <a:p>
          <a:r>
            <a:rPr lang="en-US" noProof="1"/>
            <a:t>Obtinem reactie </a:t>
          </a:r>
          <a:r>
            <a:rPr lang="ro-RO" noProof="1"/>
            <a:t>rapida la caderi (Failure Detection).</a:t>
          </a:r>
        </a:p>
      </dgm:t>
    </dgm:pt>
    <dgm:pt modelId="{E8ED1E76-D09D-4443-A373-0F953CC089D0}" type="parTrans" cxnId="{B5D7389C-6A6F-4FB3-91D7-B8D66A978633}">
      <dgm:prSet/>
      <dgm:spPr/>
      <dgm:t>
        <a:bodyPr/>
        <a:lstStyle/>
        <a:p>
          <a:endParaRPr lang="en-US"/>
        </a:p>
      </dgm:t>
    </dgm:pt>
    <dgm:pt modelId="{CE9EEEDE-9F6F-4FEB-B5F9-8F8304D5CCD3}" type="sibTrans" cxnId="{B5D7389C-6A6F-4FB3-91D7-B8D66A978633}">
      <dgm:prSet/>
      <dgm:spPr/>
      <dgm:t>
        <a:bodyPr/>
        <a:lstStyle/>
        <a:p>
          <a:endParaRPr lang="en-US"/>
        </a:p>
      </dgm:t>
    </dgm:pt>
    <dgm:pt modelId="{42B0B6AD-2375-4F48-8970-59680D8C3246}" type="pres">
      <dgm:prSet presAssocID="{8E0D39AC-88F6-441C-915F-95B40FB3F00B}" presName="linear" presStyleCnt="0">
        <dgm:presLayoutVars>
          <dgm:animLvl val="lvl"/>
          <dgm:resizeHandles val="exact"/>
        </dgm:presLayoutVars>
      </dgm:prSet>
      <dgm:spPr/>
    </dgm:pt>
    <dgm:pt modelId="{ACD1F627-AA8D-40A3-A1D6-4B8DE56CBF6A}" type="pres">
      <dgm:prSet presAssocID="{DD45E125-AB1A-445E-BF60-FDEC676E66B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061984C2-2211-449A-9818-D24AD0E457C0}" type="pres">
      <dgm:prSet presAssocID="{AF7656BE-43EB-48A1-AB93-B99AFD8A0C0A}" presName="spacer" presStyleCnt="0"/>
      <dgm:spPr/>
    </dgm:pt>
    <dgm:pt modelId="{6E33E643-DA47-48E8-9BE6-06658857C7BC}" type="pres">
      <dgm:prSet presAssocID="{EA68C53A-108B-45EB-9E5F-EC60DF4B409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62C46E8B-0799-44A8-ABD4-BB427E7C7B99}" type="pres">
      <dgm:prSet presAssocID="{EA68C53A-108B-45EB-9E5F-EC60DF4B4090}" presName="childText" presStyleLbl="revTx" presStyleIdx="0" presStyleCnt="1">
        <dgm:presLayoutVars>
          <dgm:bulletEnabled val="1"/>
        </dgm:presLayoutVars>
      </dgm:prSet>
      <dgm:spPr/>
    </dgm:pt>
    <dgm:pt modelId="{85BD080F-ABDD-40AC-994E-12B12FF64536}" type="pres">
      <dgm:prSet presAssocID="{B061EAAC-7EDB-47DD-A030-0BD8FEBBC39D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5FE222A-F80D-496A-9971-BBC0C028DAF9}" srcId="{8E0D39AC-88F6-441C-915F-95B40FB3F00B}" destId="{DD45E125-AB1A-445E-BF60-FDEC676E66B9}" srcOrd="0" destOrd="0" parTransId="{811E65BC-B221-4D46-B344-CD57F9EA6CFA}" sibTransId="{AF7656BE-43EB-48A1-AB93-B99AFD8A0C0A}"/>
    <dgm:cxn modelId="{32009989-5717-49F3-8019-52E6D2FB4A16}" srcId="{EA68C53A-108B-45EB-9E5F-EC60DF4B4090}" destId="{824F6D00-4054-43D0-8B98-64D51BA6C614}" srcOrd="1" destOrd="0" parTransId="{A1926176-1EAD-4F74-ABF0-8056A1544740}" sibTransId="{E7ACAAD3-8567-4BA6-AB96-406EE631EB76}"/>
    <dgm:cxn modelId="{B5D7389C-6A6F-4FB3-91D7-B8D66A978633}" srcId="{8E0D39AC-88F6-441C-915F-95B40FB3F00B}" destId="{B061EAAC-7EDB-47DD-A030-0BD8FEBBC39D}" srcOrd="2" destOrd="0" parTransId="{E8ED1E76-D09D-4443-A373-0F953CC089D0}" sibTransId="{CE9EEEDE-9F6F-4FEB-B5F9-8F8304D5CCD3}"/>
    <dgm:cxn modelId="{A26F36A0-34B8-463D-932B-7112A715E033}" type="presOf" srcId="{B061EAAC-7EDB-47DD-A030-0BD8FEBBC39D}" destId="{85BD080F-ABDD-40AC-994E-12B12FF64536}" srcOrd="0" destOrd="0" presId="urn:microsoft.com/office/officeart/2005/8/layout/vList2"/>
    <dgm:cxn modelId="{D01CFFCC-A35B-4844-A0F4-5104D781AAA6}" type="presOf" srcId="{824F6D00-4054-43D0-8B98-64D51BA6C614}" destId="{62C46E8B-0799-44A8-ABD4-BB427E7C7B99}" srcOrd="0" destOrd="1" presId="urn:microsoft.com/office/officeart/2005/8/layout/vList2"/>
    <dgm:cxn modelId="{920422D8-0A34-4B15-A593-4AB19034DB15}" srcId="{8E0D39AC-88F6-441C-915F-95B40FB3F00B}" destId="{EA68C53A-108B-45EB-9E5F-EC60DF4B4090}" srcOrd="1" destOrd="0" parTransId="{0E0AD570-E81C-4499-8125-7A40F561BC13}" sibTransId="{77FA26F1-5DED-466C-A9C9-C4CF7F6C58C6}"/>
    <dgm:cxn modelId="{B157A2E5-523C-44F8-8805-A7032D3A7164}" type="presOf" srcId="{8E0D39AC-88F6-441C-915F-95B40FB3F00B}" destId="{42B0B6AD-2375-4F48-8970-59680D8C3246}" srcOrd="0" destOrd="0" presId="urn:microsoft.com/office/officeart/2005/8/layout/vList2"/>
    <dgm:cxn modelId="{FE84F3E7-04F4-4B18-9935-866E34A5DB15}" type="presOf" srcId="{EA68C53A-108B-45EB-9E5F-EC60DF4B4090}" destId="{6E33E643-DA47-48E8-9BE6-06658857C7BC}" srcOrd="0" destOrd="0" presId="urn:microsoft.com/office/officeart/2005/8/layout/vList2"/>
    <dgm:cxn modelId="{F0DE64E9-4CF0-41F4-BEF8-E2AC7CE115E4}" srcId="{EA68C53A-108B-45EB-9E5F-EC60DF4B4090}" destId="{0E4EE913-84F8-4455-8C81-AA1066118A98}" srcOrd="0" destOrd="0" parTransId="{A05E95DA-A91E-45D0-B9FC-C1EBB70B7648}" sibTransId="{02189A54-F08E-4729-B7FD-1D0519D1462A}"/>
    <dgm:cxn modelId="{67C6B7E9-4521-47C3-9F58-751FAB4E00F0}" type="presOf" srcId="{DD45E125-AB1A-445E-BF60-FDEC676E66B9}" destId="{ACD1F627-AA8D-40A3-A1D6-4B8DE56CBF6A}" srcOrd="0" destOrd="0" presId="urn:microsoft.com/office/officeart/2005/8/layout/vList2"/>
    <dgm:cxn modelId="{2B7B0CF8-299E-487F-8E53-94DC379FC148}" type="presOf" srcId="{0E4EE913-84F8-4455-8C81-AA1066118A98}" destId="{62C46E8B-0799-44A8-ABD4-BB427E7C7B99}" srcOrd="0" destOrd="0" presId="urn:microsoft.com/office/officeart/2005/8/layout/vList2"/>
    <dgm:cxn modelId="{55395E0B-8421-4E8F-B71D-2BEA0CCB868C}" type="presParOf" srcId="{42B0B6AD-2375-4F48-8970-59680D8C3246}" destId="{ACD1F627-AA8D-40A3-A1D6-4B8DE56CBF6A}" srcOrd="0" destOrd="0" presId="urn:microsoft.com/office/officeart/2005/8/layout/vList2"/>
    <dgm:cxn modelId="{794A98D0-FFF2-403F-86B5-B4630977D135}" type="presParOf" srcId="{42B0B6AD-2375-4F48-8970-59680D8C3246}" destId="{061984C2-2211-449A-9818-D24AD0E457C0}" srcOrd="1" destOrd="0" presId="urn:microsoft.com/office/officeart/2005/8/layout/vList2"/>
    <dgm:cxn modelId="{9822AFF8-0E27-4619-A49A-42E497004D6A}" type="presParOf" srcId="{42B0B6AD-2375-4F48-8970-59680D8C3246}" destId="{6E33E643-DA47-48E8-9BE6-06658857C7BC}" srcOrd="2" destOrd="0" presId="urn:microsoft.com/office/officeart/2005/8/layout/vList2"/>
    <dgm:cxn modelId="{658C74A7-E323-481E-9713-71FE80B4BAD3}" type="presParOf" srcId="{42B0B6AD-2375-4F48-8970-59680D8C3246}" destId="{62C46E8B-0799-44A8-ABD4-BB427E7C7B99}" srcOrd="3" destOrd="0" presId="urn:microsoft.com/office/officeart/2005/8/layout/vList2"/>
    <dgm:cxn modelId="{73A5169F-4038-4B00-817B-6DF5E73B7FBC}" type="presParOf" srcId="{42B0B6AD-2375-4F48-8970-59680D8C3246}" destId="{85BD080F-ABDD-40AC-994E-12B12FF6453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E00B12D-3F00-4E54-BA38-67ED79C5FC26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2D2FC98-4E11-4DF7-A48A-71155FC2466F}">
      <dgm:prSet/>
      <dgm:spPr/>
      <dgm:t>
        <a:bodyPr/>
        <a:lstStyle/>
        <a:p>
          <a:r>
            <a:rPr lang="ro-RO" noProof="1"/>
            <a:t>Initializare: 5 Noduri, fiecare formeaza grup propriu.</a:t>
          </a:r>
        </a:p>
      </dgm:t>
    </dgm:pt>
    <dgm:pt modelId="{BB4953D8-9CA6-46D0-97BA-1DE26311DD3A}" type="parTrans" cxnId="{64923A07-4871-41C9-B24A-988633FB5B79}">
      <dgm:prSet/>
      <dgm:spPr/>
      <dgm:t>
        <a:bodyPr/>
        <a:lstStyle/>
        <a:p>
          <a:endParaRPr lang="en-US"/>
        </a:p>
      </dgm:t>
    </dgm:pt>
    <dgm:pt modelId="{28F420BB-3D22-4A9F-9D89-F9CF9402EFE7}" type="sibTrans" cxnId="{64923A07-4871-41C9-B24A-988633FB5B79}">
      <dgm:prSet/>
      <dgm:spPr/>
      <dgm:t>
        <a:bodyPr/>
        <a:lstStyle/>
        <a:p>
          <a:endParaRPr lang="en-US"/>
        </a:p>
      </dgm:t>
    </dgm:pt>
    <dgm:pt modelId="{DAD9EFCB-E2E9-46BC-8B23-07BA0D3F404E}">
      <dgm:prSet/>
      <dgm:spPr/>
      <dgm:t>
        <a:bodyPr/>
        <a:lstStyle/>
        <a:p>
          <a:r>
            <a:rPr lang="ro-RO" noProof="1"/>
            <a:t>Convergence: fuziune intr-un singur grup global.</a:t>
          </a:r>
        </a:p>
      </dgm:t>
    </dgm:pt>
    <dgm:pt modelId="{DF76FEB7-7684-40A9-B2C5-18315AD25F37}" type="parTrans" cxnId="{F64B5A1C-21BA-4A84-909B-99BE5AFB53CB}">
      <dgm:prSet/>
      <dgm:spPr/>
      <dgm:t>
        <a:bodyPr/>
        <a:lstStyle/>
        <a:p>
          <a:endParaRPr lang="en-US"/>
        </a:p>
      </dgm:t>
    </dgm:pt>
    <dgm:pt modelId="{16E7920E-D7E9-483D-BA30-2197298CE751}" type="sibTrans" cxnId="{F64B5A1C-21BA-4A84-909B-99BE5AFB53CB}">
      <dgm:prSet/>
      <dgm:spPr/>
      <dgm:t>
        <a:bodyPr/>
        <a:lstStyle/>
        <a:p>
          <a:endParaRPr lang="en-US"/>
        </a:p>
      </dgm:t>
    </dgm:pt>
    <dgm:pt modelId="{10D06737-6483-4DF8-8819-8AE91EEE424E}">
      <dgm:prSet/>
      <dgm:spPr/>
      <dgm:t>
        <a:bodyPr/>
        <a:lstStyle/>
        <a:p>
          <a:r>
            <a:rPr lang="ro-RO" noProof="1"/>
            <a:t>Fault Injection: oprirea coordonatorului (Simulare Crash).</a:t>
          </a:r>
        </a:p>
      </dgm:t>
    </dgm:pt>
    <dgm:pt modelId="{E7B1D728-B056-424D-B277-FFD3C898A444}" type="parTrans" cxnId="{098BDB81-97F8-4409-B2CA-107530ABFE7D}">
      <dgm:prSet/>
      <dgm:spPr/>
      <dgm:t>
        <a:bodyPr/>
        <a:lstStyle/>
        <a:p>
          <a:endParaRPr lang="en-US"/>
        </a:p>
      </dgm:t>
    </dgm:pt>
    <dgm:pt modelId="{4BAECD5C-FE37-44A3-BC80-0E183C9A93D1}" type="sibTrans" cxnId="{098BDB81-97F8-4409-B2CA-107530ABFE7D}">
      <dgm:prSet/>
      <dgm:spPr/>
      <dgm:t>
        <a:bodyPr/>
        <a:lstStyle/>
        <a:p>
          <a:endParaRPr lang="en-US"/>
        </a:p>
      </dgm:t>
    </dgm:pt>
    <dgm:pt modelId="{DC0452F3-2064-4E56-AB13-F12200366E10}">
      <dgm:prSet/>
      <dgm:spPr/>
      <dgm:t>
        <a:bodyPr/>
        <a:lstStyle/>
        <a:p>
          <a:r>
            <a:rPr lang="ro-RO" noProof="1"/>
            <a:t>Recovery: alegerea unui nou lider in grupul ramas.</a:t>
          </a:r>
        </a:p>
      </dgm:t>
    </dgm:pt>
    <dgm:pt modelId="{EF8B57DA-1038-4D54-8FD4-BFE71636B012}" type="parTrans" cxnId="{6334194E-2C10-4298-AE13-10BDC1B531F6}">
      <dgm:prSet/>
      <dgm:spPr/>
      <dgm:t>
        <a:bodyPr/>
        <a:lstStyle/>
        <a:p>
          <a:endParaRPr lang="en-US"/>
        </a:p>
      </dgm:t>
    </dgm:pt>
    <dgm:pt modelId="{165D948F-8744-4D17-9310-558C7203220D}" type="sibTrans" cxnId="{6334194E-2C10-4298-AE13-10BDC1B531F6}">
      <dgm:prSet/>
      <dgm:spPr/>
      <dgm:t>
        <a:bodyPr/>
        <a:lstStyle/>
        <a:p>
          <a:endParaRPr lang="en-US"/>
        </a:p>
      </dgm:t>
    </dgm:pt>
    <dgm:pt modelId="{DEDB4EEC-F965-45E8-9BC3-A8365B68AFF1}">
      <dgm:prSet/>
      <dgm:spPr/>
      <dgm:t>
        <a:bodyPr/>
        <a:lstStyle/>
        <a:p>
          <a:r>
            <a:rPr lang="ro-RO" noProof="1"/>
            <a:t>Re-Merge: revenirea nodului si reintegrarea.</a:t>
          </a:r>
        </a:p>
      </dgm:t>
    </dgm:pt>
    <dgm:pt modelId="{8FEA40B5-C6B2-4060-9667-F8ADFECD740F}" type="parTrans" cxnId="{77D39F61-D55A-499D-A8C5-7521E28BB991}">
      <dgm:prSet/>
      <dgm:spPr/>
      <dgm:t>
        <a:bodyPr/>
        <a:lstStyle/>
        <a:p>
          <a:endParaRPr lang="en-US"/>
        </a:p>
      </dgm:t>
    </dgm:pt>
    <dgm:pt modelId="{20E5258A-92F6-4646-8BF7-B1F75585FC90}" type="sibTrans" cxnId="{77D39F61-D55A-499D-A8C5-7521E28BB991}">
      <dgm:prSet/>
      <dgm:spPr/>
      <dgm:t>
        <a:bodyPr/>
        <a:lstStyle/>
        <a:p>
          <a:endParaRPr lang="en-US"/>
        </a:p>
      </dgm:t>
    </dgm:pt>
    <dgm:pt modelId="{F50F272A-19A5-4303-9AA7-83F20000D7EF}" type="pres">
      <dgm:prSet presAssocID="{DE00B12D-3F00-4E54-BA38-67ED79C5FC26}" presName="linear" presStyleCnt="0">
        <dgm:presLayoutVars>
          <dgm:animLvl val="lvl"/>
          <dgm:resizeHandles val="exact"/>
        </dgm:presLayoutVars>
      </dgm:prSet>
      <dgm:spPr/>
    </dgm:pt>
    <dgm:pt modelId="{D758B10F-7E32-4231-813A-BB0CD0FF307D}" type="pres">
      <dgm:prSet presAssocID="{52D2FC98-4E11-4DF7-A48A-71155FC2466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2D2928F-D3FF-4971-B545-B2378EE8C19D}" type="pres">
      <dgm:prSet presAssocID="{28F420BB-3D22-4A9F-9D89-F9CF9402EFE7}" presName="spacer" presStyleCnt="0"/>
      <dgm:spPr/>
    </dgm:pt>
    <dgm:pt modelId="{9D256B14-23AD-4A1A-B8EF-A5DC3FF75391}" type="pres">
      <dgm:prSet presAssocID="{DAD9EFCB-E2E9-46BC-8B23-07BA0D3F404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2DBA11CE-A961-4417-9988-A9D5F8BF3287}" type="pres">
      <dgm:prSet presAssocID="{16E7920E-D7E9-483D-BA30-2197298CE751}" presName="spacer" presStyleCnt="0"/>
      <dgm:spPr/>
    </dgm:pt>
    <dgm:pt modelId="{3667954B-6978-405A-A4E7-07A467984C2E}" type="pres">
      <dgm:prSet presAssocID="{10D06737-6483-4DF8-8819-8AE91EEE424E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8F1BCBF0-B7F4-4654-840F-B5A1A10F64F0}" type="pres">
      <dgm:prSet presAssocID="{4BAECD5C-FE37-44A3-BC80-0E183C9A93D1}" presName="spacer" presStyleCnt="0"/>
      <dgm:spPr/>
    </dgm:pt>
    <dgm:pt modelId="{65638F63-E870-4B76-A94B-84B357C6FC1B}" type="pres">
      <dgm:prSet presAssocID="{DC0452F3-2064-4E56-AB13-F12200366E10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6C8D3DE-7A9A-41B2-9DED-8ED7C4B368B1}" type="pres">
      <dgm:prSet presAssocID="{165D948F-8744-4D17-9310-558C7203220D}" presName="spacer" presStyleCnt="0"/>
      <dgm:spPr/>
    </dgm:pt>
    <dgm:pt modelId="{25747059-DAFB-44E0-A971-DA7583096E15}" type="pres">
      <dgm:prSet presAssocID="{DEDB4EEC-F965-45E8-9BC3-A8365B68AFF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64923A07-4871-41C9-B24A-988633FB5B79}" srcId="{DE00B12D-3F00-4E54-BA38-67ED79C5FC26}" destId="{52D2FC98-4E11-4DF7-A48A-71155FC2466F}" srcOrd="0" destOrd="0" parTransId="{BB4953D8-9CA6-46D0-97BA-1DE26311DD3A}" sibTransId="{28F420BB-3D22-4A9F-9D89-F9CF9402EFE7}"/>
    <dgm:cxn modelId="{F0D39714-C239-40BB-B478-CCB81878C5EF}" type="presOf" srcId="{DE00B12D-3F00-4E54-BA38-67ED79C5FC26}" destId="{F50F272A-19A5-4303-9AA7-83F20000D7EF}" srcOrd="0" destOrd="0" presId="urn:microsoft.com/office/officeart/2005/8/layout/vList2"/>
    <dgm:cxn modelId="{F64B5A1C-21BA-4A84-909B-99BE5AFB53CB}" srcId="{DE00B12D-3F00-4E54-BA38-67ED79C5FC26}" destId="{DAD9EFCB-E2E9-46BC-8B23-07BA0D3F404E}" srcOrd="1" destOrd="0" parTransId="{DF76FEB7-7684-40A9-B2C5-18315AD25F37}" sibTransId="{16E7920E-D7E9-483D-BA30-2197298CE751}"/>
    <dgm:cxn modelId="{AC7E3336-DC8F-423D-A01E-5A78319D8041}" type="presOf" srcId="{52D2FC98-4E11-4DF7-A48A-71155FC2466F}" destId="{D758B10F-7E32-4231-813A-BB0CD0FF307D}" srcOrd="0" destOrd="0" presId="urn:microsoft.com/office/officeart/2005/8/layout/vList2"/>
    <dgm:cxn modelId="{FC9A2D3E-C7C6-421C-B66A-C01EA96DB7C0}" type="presOf" srcId="{DC0452F3-2064-4E56-AB13-F12200366E10}" destId="{65638F63-E870-4B76-A94B-84B357C6FC1B}" srcOrd="0" destOrd="0" presId="urn:microsoft.com/office/officeart/2005/8/layout/vList2"/>
    <dgm:cxn modelId="{77D39F61-D55A-499D-A8C5-7521E28BB991}" srcId="{DE00B12D-3F00-4E54-BA38-67ED79C5FC26}" destId="{DEDB4EEC-F965-45E8-9BC3-A8365B68AFF1}" srcOrd="4" destOrd="0" parTransId="{8FEA40B5-C6B2-4060-9667-F8ADFECD740F}" sibTransId="{20E5258A-92F6-4646-8BF7-B1F75585FC90}"/>
    <dgm:cxn modelId="{B81C576B-AF51-40D4-ABD1-93136B853F84}" type="presOf" srcId="{DAD9EFCB-E2E9-46BC-8B23-07BA0D3F404E}" destId="{9D256B14-23AD-4A1A-B8EF-A5DC3FF75391}" srcOrd="0" destOrd="0" presId="urn:microsoft.com/office/officeart/2005/8/layout/vList2"/>
    <dgm:cxn modelId="{6334194E-2C10-4298-AE13-10BDC1B531F6}" srcId="{DE00B12D-3F00-4E54-BA38-67ED79C5FC26}" destId="{DC0452F3-2064-4E56-AB13-F12200366E10}" srcOrd="3" destOrd="0" parTransId="{EF8B57DA-1038-4D54-8FD4-BFE71636B012}" sibTransId="{165D948F-8744-4D17-9310-558C7203220D}"/>
    <dgm:cxn modelId="{96E3A07E-FF08-4425-9E15-FE740454D362}" type="presOf" srcId="{DEDB4EEC-F965-45E8-9BC3-A8365B68AFF1}" destId="{25747059-DAFB-44E0-A971-DA7583096E15}" srcOrd="0" destOrd="0" presId="urn:microsoft.com/office/officeart/2005/8/layout/vList2"/>
    <dgm:cxn modelId="{098BDB81-97F8-4409-B2CA-107530ABFE7D}" srcId="{DE00B12D-3F00-4E54-BA38-67ED79C5FC26}" destId="{10D06737-6483-4DF8-8819-8AE91EEE424E}" srcOrd="2" destOrd="0" parTransId="{E7B1D728-B056-424D-B277-FFD3C898A444}" sibTransId="{4BAECD5C-FE37-44A3-BC80-0E183C9A93D1}"/>
    <dgm:cxn modelId="{574CF088-1454-42D6-8E1B-40A44AA41280}" type="presOf" srcId="{10D06737-6483-4DF8-8819-8AE91EEE424E}" destId="{3667954B-6978-405A-A4E7-07A467984C2E}" srcOrd="0" destOrd="0" presId="urn:microsoft.com/office/officeart/2005/8/layout/vList2"/>
    <dgm:cxn modelId="{BBB64BA1-48B6-4903-8AB7-5C27D2780785}" type="presParOf" srcId="{F50F272A-19A5-4303-9AA7-83F20000D7EF}" destId="{D758B10F-7E32-4231-813A-BB0CD0FF307D}" srcOrd="0" destOrd="0" presId="urn:microsoft.com/office/officeart/2005/8/layout/vList2"/>
    <dgm:cxn modelId="{464462A4-1B5F-40B7-B5BE-06E94BB2EA5B}" type="presParOf" srcId="{F50F272A-19A5-4303-9AA7-83F20000D7EF}" destId="{92D2928F-D3FF-4971-B545-B2378EE8C19D}" srcOrd="1" destOrd="0" presId="urn:microsoft.com/office/officeart/2005/8/layout/vList2"/>
    <dgm:cxn modelId="{6A9CE81B-99F9-4952-8904-A97C30F5C842}" type="presParOf" srcId="{F50F272A-19A5-4303-9AA7-83F20000D7EF}" destId="{9D256B14-23AD-4A1A-B8EF-A5DC3FF75391}" srcOrd="2" destOrd="0" presId="urn:microsoft.com/office/officeart/2005/8/layout/vList2"/>
    <dgm:cxn modelId="{5BA88156-E625-4C2F-82A9-E8A29711668C}" type="presParOf" srcId="{F50F272A-19A5-4303-9AA7-83F20000D7EF}" destId="{2DBA11CE-A961-4417-9988-A9D5F8BF3287}" srcOrd="3" destOrd="0" presId="urn:microsoft.com/office/officeart/2005/8/layout/vList2"/>
    <dgm:cxn modelId="{C0F6F035-7296-4F3E-9FF2-B06D64FBF891}" type="presParOf" srcId="{F50F272A-19A5-4303-9AA7-83F20000D7EF}" destId="{3667954B-6978-405A-A4E7-07A467984C2E}" srcOrd="4" destOrd="0" presId="urn:microsoft.com/office/officeart/2005/8/layout/vList2"/>
    <dgm:cxn modelId="{779CB426-9A79-451A-A142-C09DE51D3A27}" type="presParOf" srcId="{F50F272A-19A5-4303-9AA7-83F20000D7EF}" destId="{8F1BCBF0-B7F4-4654-840F-B5A1A10F64F0}" srcOrd="5" destOrd="0" presId="urn:microsoft.com/office/officeart/2005/8/layout/vList2"/>
    <dgm:cxn modelId="{C6429FFF-D875-41BF-BA6A-434EDC0EB723}" type="presParOf" srcId="{F50F272A-19A5-4303-9AA7-83F20000D7EF}" destId="{65638F63-E870-4B76-A94B-84B357C6FC1B}" srcOrd="6" destOrd="0" presId="urn:microsoft.com/office/officeart/2005/8/layout/vList2"/>
    <dgm:cxn modelId="{051A8B7A-DFC7-4199-8B8E-C420BCA02F59}" type="presParOf" srcId="{F50F272A-19A5-4303-9AA7-83F20000D7EF}" destId="{16C8D3DE-7A9A-41B2-9DED-8ED7C4B368B1}" srcOrd="7" destOrd="0" presId="urn:microsoft.com/office/officeart/2005/8/layout/vList2"/>
    <dgm:cxn modelId="{E39D1CB0-228D-48CB-B429-930A4FB70440}" type="presParOf" srcId="{F50F272A-19A5-4303-9AA7-83F20000D7EF}" destId="{25747059-DAFB-44E0-A971-DA7583096E15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BD8612D-F4FB-4BFB-A18C-7D01D36D44FD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AFFE0BD-A648-45B0-A19C-261511C5B580}">
      <dgm:prSet/>
      <dgm:spPr/>
      <dgm:t>
        <a:bodyPr/>
        <a:lstStyle/>
        <a:p>
          <a:r>
            <a:rPr lang="ro-RO" noProof="1"/>
            <a:t>Siguranta (Safety): intr-un grup, un singur nod se considera lider.</a:t>
          </a:r>
        </a:p>
      </dgm:t>
    </dgm:pt>
    <dgm:pt modelId="{53806388-F15F-4A06-B483-CE273BADE58E}" type="parTrans" cxnId="{4C21D199-0B93-4429-97F4-380D4B6F0B5E}">
      <dgm:prSet/>
      <dgm:spPr/>
      <dgm:t>
        <a:bodyPr/>
        <a:lstStyle/>
        <a:p>
          <a:endParaRPr lang="en-US"/>
        </a:p>
      </dgm:t>
    </dgm:pt>
    <dgm:pt modelId="{BBB53B5F-E2F1-4089-84A7-1DD84478796D}" type="sibTrans" cxnId="{4C21D199-0B93-4429-97F4-380D4B6F0B5E}">
      <dgm:prSet/>
      <dgm:spPr/>
      <dgm:t>
        <a:bodyPr/>
        <a:lstStyle/>
        <a:p>
          <a:endParaRPr lang="en-US"/>
        </a:p>
      </dgm:t>
    </dgm:pt>
    <dgm:pt modelId="{A509F12B-CBD2-4F0D-94FB-A6D82DD3A2B7}">
      <dgm:prSet/>
      <dgm:spPr/>
      <dgm:t>
        <a:bodyPr/>
        <a:lstStyle/>
        <a:p>
          <a:r>
            <a:rPr lang="ro-RO" noProof="1"/>
            <a:t>Vivacitate (Liveness): sistemul ajunge eventual intr-o stare stabila daca defectiunile inceteaza.</a:t>
          </a:r>
        </a:p>
      </dgm:t>
    </dgm:pt>
    <dgm:pt modelId="{772856DF-D969-41C5-A279-12451CD785B5}" type="parTrans" cxnId="{B1E1ED91-6A78-4E55-B240-1FCD58F038B9}">
      <dgm:prSet/>
      <dgm:spPr/>
      <dgm:t>
        <a:bodyPr/>
        <a:lstStyle/>
        <a:p>
          <a:endParaRPr lang="en-US"/>
        </a:p>
      </dgm:t>
    </dgm:pt>
    <dgm:pt modelId="{E3D9D853-E346-40E7-9003-3FE675AC9C26}" type="sibTrans" cxnId="{B1E1ED91-6A78-4E55-B240-1FCD58F038B9}">
      <dgm:prSet/>
      <dgm:spPr/>
      <dgm:t>
        <a:bodyPr/>
        <a:lstStyle/>
        <a:p>
          <a:endParaRPr lang="en-US"/>
        </a:p>
      </dgm:t>
    </dgm:pt>
    <dgm:pt modelId="{0FB59E41-ADCC-4FC7-B97F-F6C4A72B1A46}">
      <dgm:prSet/>
      <dgm:spPr/>
      <dgm:t>
        <a:bodyPr/>
        <a:lstStyle/>
        <a:p>
          <a:r>
            <a:rPr lang="ro-RO" noProof="1"/>
            <a:t>Complexitate: O(N+M) mesaje pentru o fuziune.</a:t>
          </a:r>
        </a:p>
      </dgm:t>
    </dgm:pt>
    <dgm:pt modelId="{2EDD9F6D-FA66-4F9E-AA5C-98A02B0757BC}" type="parTrans" cxnId="{14222E21-86E5-4FC3-9179-C82D53224A7D}">
      <dgm:prSet/>
      <dgm:spPr/>
      <dgm:t>
        <a:bodyPr/>
        <a:lstStyle/>
        <a:p>
          <a:endParaRPr lang="en-US"/>
        </a:p>
      </dgm:t>
    </dgm:pt>
    <dgm:pt modelId="{FCFC84A8-89EF-46D8-AD56-117D52C571D6}" type="sibTrans" cxnId="{14222E21-86E5-4FC3-9179-C82D53224A7D}">
      <dgm:prSet/>
      <dgm:spPr/>
      <dgm:t>
        <a:bodyPr/>
        <a:lstStyle/>
        <a:p>
          <a:endParaRPr lang="en-US"/>
        </a:p>
      </dgm:t>
    </dgm:pt>
    <dgm:pt modelId="{5C35224A-206B-4FC9-A355-31B35138ADDC}">
      <dgm:prSet/>
      <dgm:spPr/>
      <dgm:t>
        <a:bodyPr/>
        <a:lstStyle/>
        <a:p>
          <a:r>
            <a:rPr lang="ro-RO" noProof="1"/>
            <a:t>Observatie: spre deosebire de Bully, functioneaza corect si in cazul "Split-Brain".</a:t>
          </a:r>
        </a:p>
      </dgm:t>
    </dgm:pt>
    <dgm:pt modelId="{D11B6280-5973-4C35-84BA-B6E23712D1BC}" type="parTrans" cxnId="{A4F24E14-E86B-40E1-9733-5BD635C8CA2F}">
      <dgm:prSet/>
      <dgm:spPr/>
      <dgm:t>
        <a:bodyPr/>
        <a:lstStyle/>
        <a:p>
          <a:endParaRPr lang="en-US"/>
        </a:p>
      </dgm:t>
    </dgm:pt>
    <dgm:pt modelId="{BA201875-33E2-448C-AA99-7CF4C2D0028B}" type="sibTrans" cxnId="{A4F24E14-E86B-40E1-9733-5BD635C8CA2F}">
      <dgm:prSet/>
      <dgm:spPr/>
      <dgm:t>
        <a:bodyPr/>
        <a:lstStyle/>
        <a:p>
          <a:endParaRPr lang="en-US"/>
        </a:p>
      </dgm:t>
    </dgm:pt>
    <dgm:pt modelId="{9DC0E7A7-F8D3-4AF9-B357-C2F92EAE79B3}" type="pres">
      <dgm:prSet presAssocID="{DBD8612D-F4FB-4BFB-A18C-7D01D36D44FD}" presName="linear" presStyleCnt="0">
        <dgm:presLayoutVars>
          <dgm:animLvl val="lvl"/>
          <dgm:resizeHandles val="exact"/>
        </dgm:presLayoutVars>
      </dgm:prSet>
      <dgm:spPr/>
    </dgm:pt>
    <dgm:pt modelId="{C80FC001-A3F1-4E42-B565-6CACA85FB099}" type="pres">
      <dgm:prSet presAssocID="{2AFFE0BD-A648-45B0-A19C-261511C5B58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A0DC5FB-C42F-4E1F-B17F-D9D9EDA50A93}" type="pres">
      <dgm:prSet presAssocID="{BBB53B5F-E2F1-4089-84A7-1DD84478796D}" presName="spacer" presStyleCnt="0"/>
      <dgm:spPr/>
    </dgm:pt>
    <dgm:pt modelId="{F6480C61-80E4-4F3F-BED6-643E893BF522}" type="pres">
      <dgm:prSet presAssocID="{A509F12B-CBD2-4F0D-94FB-A6D82DD3A2B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2963A31F-1F33-414C-AFC2-17AF3630A052}" type="pres">
      <dgm:prSet presAssocID="{E3D9D853-E346-40E7-9003-3FE675AC9C26}" presName="spacer" presStyleCnt="0"/>
      <dgm:spPr/>
    </dgm:pt>
    <dgm:pt modelId="{5D16884C-0D04-4E47-9622-16795F113EA3}" type="pres">
      <dgm:prSet presAssocID="{0FB59E41-ADCC-4FC7-B97F-F6C4A72B1A46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F1D2F66-1818-4098-BB68-B2919E348E39}" type="pres">
      <dgm:prSet presAssocID="{FCFC84A8-89EF-46D8-AD56-117D52C571D6}" presName="spacer" presStyleCnt="0"/>
      <dgm:spPr/>
    </dgm:pt>
    <dgm:pt modelId="{D0E0AF79-CC63-4613-B991-C27E89BBC4F1}" type="pres">
      <dgm:prSet presAssocID="{5C35224A-206B-4FC9-A355-31B35138ADD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4F24E14-E86B-40E1-9733-5BD635C8CA2F}" srcId="{DBD8612D-F4FB-4BFB-A18C-7D01D36D44FD}" destId="{5C35224A-206B-4FC9-A355-31B35138ADDC}" srcOrd="3" destOrd="0" parTransId="{D11B6280-5973-4C35-84BA-B6E23712D1BC}" sibTransId="{BA201875-33E2-448C-AA99-7CF4C2D0028B}"/>
    <dgm:cxn modelId="{14222E21-86E5-4FC3-9179-C82D53224A7D}" srcId="{DBD8612D-F4FB-4BFB-A18C-7D01D36D44FD}" destId="{0FB59E41-ADCC-4FC7-B97F-F6C4A72B1A46}" srcOrd="2" destOrd="0" parTransId="{2EDD9F6D-FA66-4F9E-AA5C-98A02B0757BC}" sibTransId="{FCFC84A8-89EF-46D8-AD56-117D52C571D6}"/>
    <dgm:cxn modelId="{0E23D126-BD77-447A-994C-05263341B121}" type="presOf" srcId="{DBD8612D-F4FB-4BFB-A18C-7D01D36D44FD}" destId="{9DC0E7A7-F8D3-4AF9-B357-C2F92EAE79B3}" srcOrd="0" destOrd="0" presId="urn:microsoft.com/office/officeart/2005/8/layout/vList2"/>
    <dgm:cxn modelId="{9474322D-6642-45FF-AF97-62154F2D11FC}" type="presOf" srcId="{0FB59E41-ADCC-4FC7-B97F-F6C4A72B1A46}" destId="{5D16884C-0D04-4E47-9622-16795F113EA3}" srcOrd="0" destOrd="0" presId="urn:microsoft.com/office/officeart/2005/8/layout/vList2"/>
    <dgm:cxn modelId="{7149B94D-B16C-41BC-870F-8332DB61E425}" type="presOf" srcId="{5C35224A-206B-4FC9-A355-31B35138ADDC}" destId="{D0E0AF79-CC63-4613-B991-C27E89BBC4F1}" srcOrd="0" destOrd="0" presId="urn:microsoft.com/office/officeart/2005/8/layout/vList2"/>
    <dgm:cxn modelId="{B1E1ED91-6A78-4E55-B240-1FCD58F038B9}" srcId="{DBD8612D-F4FB-4BFB-A18C-7D01D36D44FD}" destId="{A509F12B-CBD2-4F0D-94FB-A6D82DD3A2B7}" srcOrd="1" destOrd="0" parTransId="{772856DF-D969-41C5-A279-12451CD785B5}" sibTransId="{E3D9D853-E346-40E7-9003-3FE675AC9C26}"/>
    <dgm:cxn modelId="{4C21D199-0B93-4429-97F4-380D4B6F0B5E}" srcId="{DBD8612D-F4FB-4BFB-A18C-7D01D36D44FD}" destId="{2AFFE0BD-A648-45B0-A19C-261511C5B580}" srcOrd="0" destOrd="0" parTransId="{53806388-F15F-4A06-B483-CE273BADE58E}" sibTransId="{BBB53B5F-E2F1-4089-84A7-1DD84478796D}"/>
    <dgm:cxn modelId="{B1CFFEA4-0A4D-4C9C-8E0D-B041B9196BD6}" type="presOf" srcId="{A509F12B-CBD2-4F0D-94FB-A6D82DD3A2B7}" destId="{F6480C61-80E4-4F3F-BED6-643E893BF522}" srcOrd="0" destOrd="0" presId="urn:microsoft.com/office/officeart/2005/8/layout/vList2"/>
    <dgm:cxn modelId="{0B4E26AC-4A2F-4CE8-9B22-F8285E0374FD}" type="presOf" srcId="{2AFFE0BD-A648-45B0-A19C-261511C5B580}" destId="{C80FC001-A3F1-4E42-B565-6CACA85FB099}" srcOrd="0" destOrd="0" presId="urn:microsoft.com/office/officeart/2005/8/layout/vList2"/>
    <dgm:cxn modelId="{F4C484B2-7915-4068-B0D1-6C8179A9BE4B}" type="presParOf" srcId="{9DC0E7A7-F8D3-4AF9-B357-C2F92EAE79B3}" destId="{C80FC001-A3F1-4E42-B565-6CACA85FB099}" srcOrd="0" destOrd="0" presId="urn:microsoft.com/office/officeart/2005/8/layout/vList2"/>
    <dgm:cxn modelId="{73F1E8E9-A29C-4B38-B871-1617A2C0648D}" type="presParOf" srcId="{9DC0E7A7-F8D3-4AF9-B357-C2F92EAE79B3}" destId="{9A0DC5FB-C42F-4E1F-B17F-D9D9EDA50A93}" srcOrd="1" destOrd="0" presId="urn:microsoft.com/office/officeart/2005/8/layout/vList2"/>
    <dgm:cxn modelId="{67D3316F-0B6A-4C91-A822-A83D45C0B5D6}" type="presParOf" srcId="{9DC0E7A7-F8D3-4AF9-B357-C2F92EAE79B3}" destId="{F6480C61-80E4-4F3F-BED6-643E893BF522}" srcOrd="2" destOrd="0" presId="urn:microsoft.com/office/officeart/2005/8/layout/vList2"/>
    <dgm:cxn modelId="{F4518427-6DF5-4088-8792-478B1A274DEA}" type="presParOf" srcId="{9DC0E7A7-F8D3-4AF9-B357-C2F92EAE79B3}" destId="{2963A31F-1F33-414C-AFC2-17AF3630A052}" srcOrd="3" destOrd="0" presId="urn:microsoft.com/office/officeart/2005/8/layout/vList2"/>
    <dgm:cxn modelId="{7275C5D8-DF82-45C1-826C-F3CDF0A968FA}" type="presParOf" srcId="{9DC0E7A7-F8D3-4AF9-B357-C2F92EAE79B3}" destId="{5D16884C-0D04-4E47-9622-16795F113EA3}" srcOrd="4" destOrd="0" presId="urn:microsoft.com/office/officeart/2005/8/layout/vList2"/>
    <dgm:cxn modelId="{54F48F7F-CB0D-4328-9CFD-C0419D7C0F67}" type="presParOf" srcId="{9DC0E7A7-F8D3-4AF9-B357-C2F92EAE79B3}" destId="{FF1D2F66-1818-4098-BB68-B2919E348E39}" srcOrd="5" destOrd="0" presId="urn:microsoft.com/office/officeart/2005/8/layout/vList2"/>
    <dgm:cxn modelId="{48EC4F5D-599A-4452-B368-B4295B054E66}" type="presParOf" srcId="{9DC0E7A7-F8D3-4AF9-B357-C2F92EAE79B3}" destId="{D0E0AF79-CC63-4613-B991-C27E89BBC4F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CA0AB9-AFE5-41AB-99AE-FA6137B74770}">
      <dsp:nvSpPr>
        <dsp:cNvPr id="0" name=""/>
        <dsp:cNvSpPr/>
      </dsp:nvSpPr>
      <dsp:spPr>
        <a:xfrm>
          <a:off x="0" y="210022"/>
          <a:ext cx="6666833" cy="162227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900" kern="1200" noProof="1"/>
            <a:t>Un sistem distribuit este o colectie de noduri autonome care coopereaza.</a:t>
          </a:r>
        </a:p>
      </dsp:txBody>
      <dsp:txXfrm>
        <a:off x="79193" y="289215"/>
        <a:ext cx="6508447" cy="1463892"/>
      </dsp:txXfrm>
    </dsp:sp>
    <dsp:sp modelId="{51754881-FCD2-4C04-8F88-8E132FD313EC}">
      <dsp:nvSpPr>
        <dsp:cNvPr id="0" name=""/>
        <dsp:cNvSpPr/>
      </dsp:nvSpPr>
      <dsp:spPr>
        <a:xfrm>
          <a:off x="0" y="1915820"/>
          <a:ext cx="6666833" cy="1622278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900" kern="1200" noProof="1"/>
            <a:t>Problema: necesitatea unui coordonator pentru excludere mutuala sau sincronizare.</a:t>
          </a:r>
        </a:p>
      </dsp:txBody>
      <dsp:txXfrm>
        <a:off x="79193" y="1995013"/>
        <a:ext cx="6508447" cy="1463892"/>
      </dsp:txXfrm>
    </dsp:sp>
    <dsp:sp modelId="{D34D53EF-4388-41A1-9669-7C3705AEC217}">
      <dsp:nvSpPr>
        <dsp:cNvPr id="0" name=""/>
        <dsp:cNvSpPr/>
      </dsp:nvSpPr>
      <dsp:spPr>
        <a:xfrm>
          <a:off x="0" y="3621619"/>
          <a:ext cx="6666833" cy="1622278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900" kern="1200" noProof="1"/>
            <a:t>Scenariul </a:t>
          </a:r>
          <a:r>
            <a:rPr lang="en-US" sz="2900" kern="1200" noProof="1"/>
            <a:t>c</a:t>
          </a:r>
          <a:r>
            <a:rPr lang="ro-RO" sz="2900" kern="1200" noProof="1"/>
            <a:t>ritic: intr-un sistem asincron supus partitionarii, algoritmii clasici (e.g. Bully) pot esua sau bloca sistemul.</a:t>
          </a:r>
        </a:p>
      </dsp:txBody>
      <dsp:txXfrm>
        <a:off x="79193" y="3700812"/>
        <a:ext cx="6508447" cy="14638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A2655D-2456-4883-BD6C-9D8A81E08DDE}">
      <dsp:nvSpPr>
        <dsp:cNvPr id="0" name=""/>
        <dsp:cNvSpPr/>
      </dsp:nvSpPr>
      <dsp:spPr>
        <a:xfrm>
          <a:off x="0" y="462200"/>
          <a:ext cx="6666833" cy="10740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700" kern="1200" noProof="1"/>
            <a:t>Fiecare grup actioneaza ca o unitate logica de noduri cu un singur coordonator.</a:t>
          </a:r>
        </a:p>
      </dsp:txBody>
      <dsp:txXfrm>
        <a:off x="52431" y="514631"/>
        <a:ext cx="6561971" cy="969198"/>
      </dsp:txXfrm>
    </dsp:sp>
    <dsp:sp modelId="{39DE79C9-33A7-42CC-B98E-2B4F7D353373}">
      <dsp:nvSpPr>
        <dsp:cNvPr id="0" name=""/>
        <dsp:cNvSpPr/>
      </dsp:nvSpPr>
      <dsp:spPr>
        <a:xfrm>
          <a:off x="0" y="1614020"/>
          <a:ext cx="6666833" cy="107406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700" kern="1200" noProof="1"/>
            <a:t>Coordonatorii trimit periodic mesaje Check.</a:t>
          </a:r>
        </a:p>
      </dsp:txBody>
      <dsp:txXfrm>
        <a:off x="52431" y="1666451"/>
        <a:ext cx="6561971" cy="969198"/>
      </dsp:txXfrm>
    </dsp:sp>
    <dsp:sp modelId="{F0AACB90-562B-41C6-BB7B-024D0C6C44DF}">
      <dsp:nvSpPr>
        <dsp:cNvPr id="0" name=""/>
        <dsp:cNvSpPr/>
      </dsp:nvSpPr>
      <dsp:spPr>
        <a:xfrm>
          <a:off x="0" y="2765839"/>
          <a:ext cx="6666833" cy="107406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700" kern="1200" noProof="1"/>
            <a:t>Daca doi coordonatori se gasesc, cel cu prioritate mai mare il invita pe celalalt.</a:t>
          </a:r>
        </a:p>
      </dsp:txBody>
      <dsp:txXfrm>
        <a:off x="52431" y="2818270"/>
        <a:ext cx="6561971" cy="969198"/>
      </dsp:txXfrm>
    </dsp:sp>
    <dsp:sp modelId="{DEE669B0-FCFF-431B-B183-ED825210EA9E}">
      <dsp:nvSpPr>
        <dsp:cNvPr id="0" name=""/>
        <dsp:cNvSpPr/>
      </dsp:nvSpPr>
      <dsp:spPr>
        <a:xfrm>
          <a:off x="0" y="3917660"/>
          <a:ext cx="6666833" cy="107406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700" kern="1200" noProof="1"/>
            <a:t>Rezultatul este reunificarea automata a sub-sistemelor dupa partitionare.</a:t>
          </a:r>
        </a:p>
      </dsp:txBody>
      <dsp:txXfrm>
        <a:off x="52431" y="3970091"/>
        <a:ext cx="6561971" cy="9691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13FA79-CC91-487F-8092-78BF8D530CD7}">
      <dsp:nvSpPr>
        <dsp:cNvPr id="0" name=""/>
        <dsp:cNvSpPr/>
      </dsp:nvSpPr>
      <dsp:spPr>
        <a:xfrm>
          <a:off x="0" y="88520"/>
          <a:ext cx="6666833" cy="171288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kern="1200" noProof="1"/>
            <a:t>Single Program Multiple Data: acelasi cod (node_template.py) ruleaza pe toate nodurile, comportamentul difera in functie de starea locala.</a:t>
          </a:r>
        </a:p>
      </dsp:txBody>
      <dsp:txXfrm>
        <a:off x="83616" y="172136"/>
        <a:ext cx="6499601" cy="1545648"/>
      </dsp:txXfrm>
    </dsp:sp>
    <dsp:sp modelId="{B5669418-8F6A-40F9-B589-172399A5FCD6}">
      <dsp:nvSpPr>
        <dsp:cNvPr id="0" name=""/>
        <dsp:cNvSpPr/>
      </dsp:nvSpPr>
      <dsp:spPr>
        <a:xfrm>
          <a:off x="0" y="1870520"/>
          <a:ext cx="6666833" cy="1712880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kern="1200" noProof="1"/>
            <a:t>Stocare Stabila (Stable Storage): starea (ID grup, Coordonator) este salvata pe disc (pickle); esential pentru recuperare (Crash-Recovery model).</a:t>
          </a:r>
        </a:p>
      </dsp:txBody>
      <dsp:txXfrm>
        <a:off x="83616" y="1954136"/>
        <a:ext cx="6499601" cy="1545648"/>
      </dsp:txXfrm>
    </dsp:sp>
    <dsp:sp modelId="{89DAC559-E741-4A36-8126-65A12FC86B77}">
      <dsp:nvSpPr>
        <dsp:cNvPr id="0" name=""/>
        <dsp:cNvSpPr/>
      </dsp:nvSpPr>
      <dsp:spPr>
        <a:xfrm>
          <a:off x="0" y="3652520"/>
          <a:ext cx="6666833" cy="171288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kern="1200" noProof="1"/>
            <a:t>Comunicare</a:t>
          </a:r>
          <a:r>
            <a:rPr lang="en-US" sz="2400" kern="1200" noProof="1"/>
            <a:t>a se face prin</a:t>
          </a:r>
          <a:r>
            <a:rPr lang="ro-RO" sz="2400" kern="1200" noProof="1"/>
            <a:t> ZeroMQ (Socket-uri asincrone).</a:t>
          </a:r>
        </a:p>
      </dsp:txBody>
      <dsp:txXfrm>
        <a:off x="83616" y="3736136"/>
        <a:ext cx="6499601" cy="154564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8120E2-693C-4F13-8DAB-07930A13F238}">
      <dsp:nvSpPr>
        <dsp:cNvPr id="0" name=""/>
        <dsp:cNvSpPr/>
      </dsp:nvSpPr>
      <dsp:spPr>
        <a:xfrm>
          <a:off x="0" y="25441"/>
          <a:ext cx="6666833" cy="1397418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500" kern="1200" noProof="1"/>
            <a:t>Stari:</a:t>
          </a:r>
        </a:p>
      </dsp:txBody>
      <dsp:txXfrm>
        <a:off x="68216" y="93657"/>
        <a:ext cx="6530401" cy="1260986"/>
      </dsp:txXfrm>
    </dsp:sp>
    <dsp:sp modelId="{17377381-9161-4887-A8C7-9721A53D1EA0}">
      <dsp:nvSpPr>
        <dsp:cNvPr id="0" name=""/>
        <dsp:cNvSpPr/>
      </dsp:nvSpPr>
      <dsp:spPr>
        <a:xfrm>
          <a:off x="0" y="1422859"/>
          <a:ext cx="6666833" cy="2608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44450" rIns="248920" bIns="44450" numCol="1" spcCol="1270" anchor="t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o-RO" sz="2700" b="1" kern="1200" noProof="1"/>
            <a:t>Normal:</a:t>
          </a:r>
          <a:r>
            <a:rPr lang="ro-RO" sz="2700" kern="1200" noProof="1"/>
            <a:t> monitorizare, heartbeat.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o-RO" sz="2700" b="1" kern="1200" noProof="1"/>
            <a:t>Election:</a:t>
          </a:r>
          <a:r>
            <a:rPr lang="ro-RO" sz="2700" kern="1200" noProof="1"/>
            <a:t> primire invitatie, acceptare.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o-RO" sz="2700" b="1" kern="1200" noProof="1"/>
            <a:t>Reorganization:</a:t>
          </a:r>
          <a:r>
            <a:rPr lang="ro-RO" sz="2700" kern="1200" noProof="1"/>
            <a:t> sincronizarea datelor (task distribution).</a:t>
          </a:r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o-RO" sz="2700" b="1" kern="1200" noProof="1"/>
            <a:t>Recovery:</a:t>
          </a:r>
          <a:r>
            <a:rPr lang="ro-RO" sz="2700" kern="1200" noProof="1"/>
            <a:t> cand nodul este izolat (singleton </a:t>
          </a:r>
          <a:r>
            <a:rPr lang="en-US" sz="2700" kern="1200" noProof="1"/>
            <a:t>g</a:t>
          </a:r>
          <a:r>
            <a:rPr lang="ro-RO" sz="2700" kern="1200" noProof="1"/>
            <a:t>roup).</a:t>
          </a:r>
        </a:p>
      </dsp:txBody>
      <dsp:txXfrm>
        <a:off x="0" y="1422859"/>
        <a:ext cx="6666833" cy="2608200"/>
      </dsp:txXfrm>
    </dsp:sp>
    <dsp:sp modelId="{2D19C862-AA46-4814-A1E3-F557ECC0628F}">
      <dsp:nvSpPr>
        <dsp:cNvPr id="0" name=""/>
        <dsp:cNvSpPr/>
      </dsp:nvSpPr>
      <dsp:spPr>
        <a:xfrm>
          <a:off x="0" y="4031060"/>
          <a:ext cx="6666833" cy="1397418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500" kern="1200" noProof="1"/>
            <a:t>Tranzitiile sunt declansate de mesaje sau timeout-uri.</a:t>
          </a:r>
        </a:p>
      </dsp:txBody>
      <dsp:txXfrm>
        <a:off x="68216" y="4099276"/>
        <a:ext cx="6530401" cy="126098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D1F627-AA8D-40A3-A1D6-4B8DE56CBF6A}">
      <dsp:nvSpPr>
        <dsp:cNvPr id="0" name=""/>
        <dsp:cNvSpPr/>
      </dsp:nvSpPr>
      <dsp:spPr>
        <a:xfrm>
          <a:off x="0" y="238977"/>
          <a:ext cx="6666833" cy="123317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100" kern="1200" noProof="1"/>
            <a:t>Problema: cum simulam concurenta intr-un proces single-threaded?</a:t>
          </a:r>
        </a:p>
      </dsp:txBody>
      <dsp:txXfrm>
        <a:off x="60199" y="299176"/>
        <a:ext cx="6546435" cy="1112781"/>
      </dsp:txXfrm>
    </dsp:sp>
    <dsp:sp modelId="{6E33E643-DA47-48E8-9BE6-06658857C7BC}">
      <dsp:nvSpPr>
        <dsp:cNvPr id="0" name=""/>
        <dsp:cNvSpPr/>
      </dsp:nvSpPr>
      <dsp:spPr>
        <a:xfrm>
          <a:off x="0" y="1561437"/>
          <a:ext cx="6666833" cy="1233179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100" kern="1200" noProof="1"/>
            <a:t>Priority Queue pentru evenimente temporale.</a:t>
          </a:r>
        </a:p>
      </dsp:txBody>
      <dsp:txXfrm>
        <a:off x="60199" y="1621636"/>
        <a:ext cx="6546435" cy="1112781"/>
      </dsp:txXfrm>
    </dsp:sp>
    <dsp:sp modelId="{62C46E8B-0799-44A8-ABD4-BB427E7C7B99}">
      <dsp:nvSpPr>
        <dsp:cNvPr id="0" name=""/>
        <dsp:cNvSpPr/>
      </dsp:nvSpPr>
      <dsp:spPr>
        <a:xfrm>
          <a:off x="0" y="2794617"/>
          <a:ext cx="6666833" cy="11871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o-RO" sz="2400" kern="1200" noProof="1"/>
            <a:t>Nu folosim sleep() blocant.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ro-RO" sz="2400" kern="1200" noProof="1"/>
            <a:t>Verificam constant daca a expirat un mesaj de tip INVITATION sau Check.</a:t>
          </a:r>
        </a:p>
      </dsp:txBody>
      <dsp:txXfrm>
        <a:off x="0" y="2794617"/>
        <a:ext cx="6666833" cy="1187145"/>
      </dsp:txXfrm>
    </dsp:sp>
    <dsp:sp modelId="{85BD080F-ABDD-40AC-994E-12B12FF64536}">
      <dsp:nvSpPr>
        <dsp:cNvPr id="0" name=""/>
        <dsp:cNvSpPr/>
      </dsp:nvSpPr>
      <dsp:spPr>
        <a:xfrm>
          <a:off x="0" y="3981762"/>
          <a:ext cx="6666833" cy="1233179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noProof="1"/>
            <a:t>Obtinem reactie </a:t>
          </a:r>
          <a:r>
            <a:rPr lang="ro-RO" sz="3100" kern="1200" noProof="1"/>
            <a:t>rapida la caderi (Failure Detection).</a:t>
          </a:r>
        </a:p>
      </dsp:txBody>
      <dsp:txXfrm>
        <a:off x="60199" y="4041961"/>
        <a:ext cx="6546435" cy="111278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58B10F-7E32-4231-813A-BB0CD0FF307D}">
      <dsp:nvSpPr>
        <dsp:cNvPr id="0" name=""/>
        <dsp:cNvSpPr/>
      </dsp:nvSpPr>
      <dsp:spPr>
        <a:xfrm>
          <a:off x="0" y="96709"/>
          <a:ext cx="6666833" cy="9945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500" kern="1200" noProof="1"/>
            <a:t>Initializare: 5 Noduri, fiecare formeaza grup propriu.</a:t>
          </a:r>
        </a:p>
      </dsp:txBody>
      <dsp:txXfrm>
        <a:off x="48547" y="145256"/>
        <a:ext cx="6569739" cy="897406"/>
      </dsp:txXfrm>
    </dsp:sp>
    <dsp:sp modelId="{9D256B14-23AD-4A1A-B8EF-A5DC3FF75391}">
      <dsp:nvSpPr>
        <dsp:cNvPr id="0" name=""/>
        <dsp:cNvSpPr/>
      </dsp:nvSpPr>
      <dsp:spPr>
        <a:xfrm>
          <a:off x="0" y="1163209"/>
          <a:ext cx="6666833" cy="994500"/>
        </a:xfrm>
        <a:prstGeom prst="roundRect">
          <a:avLst/>
        </a:prstGeom>
        <a:gradFill rotWithShape="0">
          <a:gsLst>
            <a:gs pos="0">
              <a:schemeClr val="accent2">
                <a:hueOff val="1610903"/>
                <a:satOff val="-4623"/>
                <a:lumOff val="-740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610903"/>
                <a:satOff val="-4623"/>
                <a:lumOff val="-740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610903"/>
                <a:satOff val="-4623"/>
                <a:lumOff val="-740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500" kern="1200" noProof="1"/>
            <a:t>Convergence: fuziune intr-un singur grup global.</a:t>
          </a:r>
        </a:p>
      </dsp:txBody>
      <dsp:txXfrm>
        <a:off x="48547" y="1211756"/>
        <a:ext cx="6569739" cy="897406"/>
      </dsp:txXfrm>
    </dsp:sp>
    <dsp:sp modelId="{3667954B-6978-405A-A4E7-07A467984C2E}">
      <dsp:nvSpPr>
        <dsp:cNvPr id="0" name=""/>
        <dsp:cNvSpPr/>
      </dsp:nvSpPr>
      <dsp:spPr>
        <a:xfrm>
          <a:off x="0" y="2229710"/>
          <a:ext cx="6666833" cy="99450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500" kern="1200" noProof="1"/>
            <a:t>Fault Injection: oprirea coordonatorului (Simulare Crash).</a:t>
          </a:r>
        </a:p>
      </dsp:txBody>
      <dsp:txXfrm>
        <a:off x="48547" y="2278257"/>
        <a:ext cx="6569739" cy="897406"/>
      </dsp:txXfrm>
    </dsp:sp>
    <dsp:sp modelId="{65638F63-E870-4B76-A94B-84B357C6FC1B}">
      <dsp:nvSpPr>
        <dsp:cNvPr id="0" name=""/>
        <dsp:cNvSpPr/>
      </dsp:nvSpPr>
      <dsp:spPr>
        <a:xfrm>
          <a:off x="0" y="3296210"/>
          <a:ext cx="6666833" cy="994500"/>
        </a:xfrm>
        <a:prstGeom prst="roundRect">
          <a:avLst/>
        </a:prstGeom>
        <a:gradFill rotWithShape="0">
          <a:gsLst>
            <a:gs pos="0">
              <a:schemeClr val="accent2">
                <a:hueOff val="4832710"/>
                <a:satOff val="-13870"/>
                <a:lumOff val="-222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832710"/>
                <a:satOff val="-13870"/>
                <a:lumOff val="-222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832710"/>
                <a:satOff val="-13870"/>
                <a:lumOff val="-222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500" kern="1200" noProof="1"/>
            <a:t>Recovery: alegerea unui nou lider in grupul ramas.</a:t>
          </a:r>
        </a:p>
      </dsp:txBody>
      <dsp:txXfrm>
        <a:off x="48547" y="3344757"/>
        <a:ext cx="6569739" cy="897406"/>
      </dsp:txXfrm>
    </dsp:sp>
    <dsp:sp modelId="{25747059-DAFB-44E0-A971-DA7583096E15}">
      <dsp:nvSpPr>
        <dsp:cNvPr id="0" name=""/>
        <dsp:cNvSpPr/>
      </dsp:nvSpPr>
      <dsp:spPr>
        <a:xfrm>
          <a:off x="0" y="4362710"/>
          <a:ext cx="6666833" cy="99450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500" kern="1200" noProof="1"/>
            <a:t>Re-Merge: revenirea nodului si reintegrarea.</a:t>
          </a:r>
        </a:p>
      </dsp:txBody>
      <dsp:txXfrm>
        <a:off x="48547" y="4411257"/>
        <a:ext cx="6569739" cy="89740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0FC001-A3F1-4E42-B565-6CACA85FB099}">
      <dsp:nvSpPr>
        <dsp:cNvPr id="0" name=""/>
        <dsp:cNvSpPr/>
      </dsp:nvSpPr>
      <dsp:spPr>
        <a:xfrm>
          <a:off x="0" y="713840"/>
          <a:ext cx="6666833" cy="954719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kern="1200" noProof="1"/>
            <a:t>Siguranta (Safety): intr-un grup, un singur nod se considera lider.</a:t>
          </a:r>
        </a:p>
      </dsp:txBody>
      <dsp:txXfrm>
        <a:off x="46606" y="760446"/>
        <a:ext cx="6573621" cy="861507"/>
      </dsp:txXfrm>
    </dsp:sp>
    <dsp:sp modelId="{F6480C61-80E4-4F3F-BED6-643E893BF522}">
      <dsp:nvSpPr>
        <dsp:cNvPr id="0" name=""/>
        <dsp:cNvSpPr/>
      </dsp:nvSpPr>
      <dsp:spPr>
        <a:xfrm>
          <a:off x="0" y="1737680"/>
          <a:ext cx="6666833" cy="954719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kern="1200" noProof="1"/>
            <a:t>Vivacitate (Liveness): sistemul ajunge eventual intr-o stare stabila daca defectiunile inceteaza.</a:t>
          </a:r>
        </a:p>
      </dsp:txBody>
      <dsp:txXfrm>
        <a:off x="46606" y="1784286"/>
        <a:ext cx="6573621" cy="861507"/>
      </dsp:txXfrm>
    </dsp:sp>
    <dsp:sp modelId="{5D16884C-0D04-4E47-9622-16795F113EA3}">
      <dsp:nvSpPr>
        <dsp:cNvPr id="0" name=""/>
        <dsp:cNvSpPr/>
      </dsp:nvSpPr>
      <dsp:spPr>
        <a:xfrm>
          <a:off x="0" y="2761519"/>
          <a:ext cx="6666833" cy="954719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kern="1200" noProof="1"/>
            <a:t>Complexitate: O(N+M) mesaje pentru o fuziune.</a:t>
          </a:r>
        </a:p>
      </dsp:txBody>
      <dsp:txXfrm>
        <a:off x="46606" y="2808125"/>
        <a:ext cx="6573621" cy="861507"/>
      </dsp:txXfrm>
    </dsp:sp>
    <dsp:sp modelId="{D0E0AF79-CC63-4613-B991-C27E89BBC4F1}">
      <dsp:nvSpPr>
        <dsp:cNvPr id="0" name=""/>
        <dsp:cNvSpPr/>
      </dsp:nvSpPr>
      <dsp:spPr>
        <a:xfrm>
          <a:off x="0" y="3785359"/>
          <a:ext cx="6666833" cy="954719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kern="1200" noProof="1"/>
            <a:t>Observatie: spre deosebire de Bully, functioneaza corect si in cazul "Split-Brain".</a:t>
          </a:r>
        </a:p>
      </dsp:txBody>
      <dsp:txXfrm>
        <a:off x="46606" y="3831965"/>
        <a:ext cx="6573621" cy="8615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0531E-3529-F134-8C59-96AE5C96B0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01FC97-8E5B-11FA-6A6E-1386550336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36C2B-8556-2227-0A70-97E61215A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5A7D6-6467-46B2-A62B-3AC2BE72F67F}" type="datetimeFigureOut">
              <a:rPr lang="en-150" smtClean="0"/>
              <a:t>28/01/2026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1E817D-B8A3-1B52-24CF-06C0644FE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80ADA9-375C-6C55-BB4D-40DEFEED3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9B3B6-F76C-4322-B840-489C0B21A729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965320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5518D-08FC-75B0-03C9-EC0BB24DC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DAACB2-9935-3509-8815-CD6B98AF1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FDACF-C686-22F3-2728-C688A82F6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5A7D6-6467-46B2-A62B-3AC2BE72F67F}" type="datetimeFigureOut">
              <a:rPr lang="en-150" smtClean="0"/>
              <a:t>28/01/2026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72EE3E-1633-F2B1-A108-3A88E9B9FA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8D23C4-4D9B-F956-2B56-4D3CB5AE6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9B3B6-F76C-4322-B840-489C0B21A729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022042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AB849-C6D8-6586-B113-A73F43D7EF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550CC-54EE-F2F3-AF35-93283C1EE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23AF5-7477-236C-2DAB-93A942EC0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5A7D6-6467-46B2-A62B-3AC2BE72F67F}" type="datetimeFigureOut">
              <a:rPr lang="en-150" smtClean="0"/>
              <a:t>28/01/2026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696E1-327E-9B6A-F7F3-09E8FAF7B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E5A82-2707-70F0-62EC-97A9D5B96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9B3B6-F76C-4322-B840-489C0B21A729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28605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74DDC-5977-442C-376E-29A233BD3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0D4C3-59F3-126E-CF0D-93375B4533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41EFA-CFB7-4858-5C38-EE7EC0DCB1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95B2D1-F604-6316-FBE0-56DF3757A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5A7D6-6467-46B2-A62B-3AC2BE72F67F}" type="datetimeFigureOut">
              <a:rPr lang="en-150" smtClean="0"/>
              <a:t>28/01/2026</a:t>
            </a:fld>
            <a:endParaRPr lang="en-15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CD12E1-0CC0-A096-BB5D-367B80C7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BD620-1201-249B-08DF-D1CFD8CBD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9B3B6-F76C-4322-B840-489C0B21A729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336116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FE7B8-75C8-32E0-D60D-916FD8456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178250-FE77-E775-B4D8-155C131A7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648AEC-5FB6-7564-3691-3C46EBF2F3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E78155-77DA-82DB-46D3-76C88BCC05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EC72F8-C149-7E41-9713-A76B24F619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13CB-08AC-A377-2D81-A0865D034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5A7D6-6467-46B2-A62B-3AC2BE72F67F}" type="datetimeFigureOut">
              <a:rPr lang="en-150" smtClean="0"/>
              <a:t>28/01/2026</a:t>
            </a:fld>
            <a:endParaRPr lang="en-15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42ADE4-27C2-DA23-9239-6FB26599B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F96A79-AE95-9168-79DC-059C1D5F2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9B3B6-F76C-4322-B840-489C0B21A729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376283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758FC-ABA5-1006-EF7F-C4813C997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10C43D-419F-C190-733C-9D17398FF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5A7D6-6467-46B2-A62B-3AC2BE72F67F}" type="datetimeFigureOut">
              <a:rPr lang="en-150" smtClean="0"/>
              <a:t>28/01/2026</a:t>
            </a:fld>
            <a:endParaRPr lang="en-15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AD991A-8658-DD44-F788-520DEE7F1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D53C13-A581-C0A4-602C-C6AE089A0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9B3B6-F76C-4322-B840-489C0B21A729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6031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538F65-C751-EEC5-13CE-B73EC67AC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5A7D6-6467-46B2-A62B-3AC2BE72F67F}" type="datetimeFigureOut">
              <a:rPr lang="en-150" smtClean="0"/>
              <a:t>28/01/2026</a:t>
            </a:fld>
            <a:endParaRPr lang="en-15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291E05-BCC9-E94C-33F2-3D13464E8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43531-1151-5D53-D92B-C0621E0EB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9B3B6-F76C-4322-B840-489C0B21A729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352355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BCF9F-2522-1DB8-3A2A-D53A07597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477980-8559-7FBA-F040-9A6EDAE61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C15CA1-2C40-C88C-FA6B-DB4BE6DA9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C1F937-A272-6D9C-B0E7-BE0EEE8E8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5A7D6-6467-46B2-A62B-3AC2BE72F67F}" type="datetimeFigureOut">
              <a:rPr lang="en-150" smtClean="0"/>
              <a:t>28/01/2026</a:t>
            </a:fld>
            <a:endParaRPr lang="en-15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9A65B8-6A56-9EE3-1FA4-45E22F40C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8E46D5-7ABA-4E60-46F7-8473B554E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9B3B6-F76C-4322-B840-489C0B21A729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3703537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8B78C-67FC-7F0C-B5DD-30182A8F4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E2B30E-DFF0-B39D-1753-BCDCE9D22E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15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7C4EDD-6450-2490-329D-75B07BAA6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7C3C00-7D57-9053-8502-01F34EC79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5A7D6-6467-46B2-A62B-3AC2BE72F67F}" type="datetimeFigureOut">
              <a:rPr lang="en-150" smtClean="0"/>
              <a:t>28/01/2026</a:t>
            </a:fld>
            <a:endParaRPr lang="en-15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145D9-C162-83FA-E3F9-8953470AB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B89BC3-CBE2-0585-7E6D-CECE0E7C8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9B3B6-F76C-4322-B840-489C0B21A729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621572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E5CD7-F6CD-294D-4AB8-1C5A998CC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AC2C10-EAE3-F169-6F97-C9A1A978FB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DF0BE0-D9CB-C02B-0A37-E0825DF4A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5A7D6-6467-46B2-A62B-3AC2BE72F67F}" type="datetimeFigureOut">
              <a:rPr lang="en-150" smtClean="0"/>
              <a:t>28/01/2026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F5F3C-4A84-B7F7-7084-312CEF277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C7FA4-FD1B-DBF4-1320-AEEF573A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9B3B6-F76C-4322-B840-489C0B21A729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257835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ED7358-31CD-A319-B86E-AE13916DCB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0BEE5B-778C-B9F6-49CA-2BA4557BC5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DA4294-2DA1-6B21-C823-28465554B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5A7D6-6467-46B2-A62B-3AC2BE72F67F}" type="datetimeFigureOut">
              <a:rPr lang="en-150" smtClean="0"/>
              <a:t>28/01/2026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7C138-D9AE-2722-7EF7-222B2010D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72E56-7031-065A-7A2C-3F31B2828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09B3B6-F76C-4322-B840-489C0B21A729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1927657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10AB09-4F5C-5EE0-D5C2-6E772B812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15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CC9DFC-B690-626D-EA85-E114FF73B6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15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F0F26-971A-E133-42FF-EAB5BDB097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95A7D6-6467-46B2-A62B-3AC2BE72F67F}" type="datetimeFigureOut">
              <a:rPr lang="en-150" smtClean="0"/>
              <a:t>28/01/2026</a:t>
            </a:fld>
            <a:endParaRPr lang="en-15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51244C-D6FA-1052-ECD6-3D6F10496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15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7600E-3E2B-349D-EBA6-A9CD5EB691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09B3B6-F76C-4322-B840-489C0B21A729}" type="slidenum">
              <a:rPr lang="en-150" smtClean="0"/>
              <a:t>‹#›</a:t>
            </a:fld>
            <a:endParaRPr lang="en-150"/>
          </a:p>
        </p:txBody>
      </p:sp>
    </p:spTree>
    <p:extLst>
      <p:ext uri="{BB962C8B-B14F-4D97-AF65-F5344CB8AC3E}">
        <p14:creationId xmlns:p14="http://schemas.microsoft.com/office/powerpoint/2010/main" val="4150018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150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29596B-2329-9438-D2E4-83A411BB2D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ro-RO" sz="4800" noProof="1">
                <a:solidFill>
                  <a:srgbClr val="FFFFFF"/>
                </a:solidFill>
              </a:rPr>
              <a:t>Alegerea Liderului in Sisteme Distribuite - Algoritmul Invitation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DD7241-7A0B-E368-4294-CE4CF715E6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ro-RO" noProof="1">
                <a:solidFill>
                  <a:srgbClr val="FFFFFF"/>
                </a:solidFill>
              </a:rPr>
              <a:t>Eusebiu Rimboi, Alexia Tanislav, Matei Ungureanu</a:t>
            </a:r>
            <a:br>
              <a:rPr lang="ro-RO" noProof="1">
                <a:solidFill>
                  <a:srgbClr val="FFFFFF"/>
                </a:solidFill>
              </a:rPr>
            </a:br>
            <a:r>
              <a:rPr lang="ro-RO" noProof="1">
                <a:solidFill>
                  <a:srgbClr val="FFFFFF"/>
                </a:solidFill>
              </a:rPr>
              <a:t>grupa 332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</p:spTree>
    <p:extLst>
      <p:ext uri="{BB962C8B-B14F-4D97-AF65-F5344CB8AC3E}">
        <p14:creationId xmlns:p14="http://schemas.microsoft.com/office/powerpoint/2010/main" val="2230993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o-RO" noProof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A52BFF-FF4B-42EF-3274-1A7A9B3D9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ro-RO" sz="4000" noProof="1">
                <a:solidFill>
                  <a:srgbClr val="FFFFFF"/>
                </a:solidFill>
              </a:rPr>
              <a:t>Problema Coordonarii </a:t>
            </a:r>
            <a:br>
              <a:rPr lang="ro-RO" sz="4000" noProof="1">
                <a:solidFill>
                  <a:srgbClr val="FFFFFF"/>
                </a:solidFill>
              </a:rPr>
            </a:br>
            <a:r>
              <a:rPr lang="ro-RO" sz="4000" noProof="1">
                <a:solidFill>
                  <a:srgbClr val="FFFFFF"/>
                </a:solidFill>
              </a:rPr>
              <a:t>in Sisteme Distribuite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BD0BCB-916B-9664-A401-9FE8E14FA0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669772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7611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o-RO" noProof="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6DD8E3-D93D-CBE8-2625-DD735F2C01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ro-RO" sz="4000" noProof="1">
                <a:solidFill>
                  <a:srgbClr val="FFFFFF"/>
                </a:solidFill>
              </a:rPr>
              <a:t>De ce Invitation? </a:t>
            </a:r>
            <a:br>
              <a:rPr lang="ro-RO" sz="4000" noProof="1">
                <a:solidFill>
                  <a:srgbClr val="FFFFFF"/>
                </a:solidFill>
              </a:rPr>
            </a:br>
            <a:r>
              <a:rPr lang="ro-RO" sz="4000" noProof="1">
                <a:solidFill>
                  <a:srgbClr val="FFFFFF"/>
                </a:solidFill>
              </a:rPr>
              <a:t>(vs. Bully)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225C269-97D9-33C3-3D4F-397E635371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9364046"/>
              </p:ext>
            </p:extLst>
          </p:nvPr>
        </p:nvGraphicFramePr>
        <p:xfrm>
          <a:off x="4905052" y="2472936"/>
          <a:ext cx="6666835" cy="20089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6131">
                  <a:extLst>
                    <a:ext uri="{9D8B030D-6E8A-4147-A177-3AD203B41FA5}">
                      <a16:colId xmlns:a16="http://schemas.microsoft.com/office/drawing/2014/main" val="2692081465"/>
                    </a:ext>
                  </a:extLst>
                </a:gridCol>
                <a:gridCol w="1898167">
                  <a:extLst>
                    <a:ext uri="{9D8B030D-6E8A-4147-A177-3AD203B41FA5}">
                      <a16:colId xmlns:a16="http://schemas.microsoft.com/office/drawing/2014/main" val="1968986440"/>
                    </a:ext>
                  </a:extLst>
                </a:gridCol>
                <a:gridCol w="2722537">
                  <a:extLst>
                    <a:ext uri="{9D8B030D-6E8A-4147-A177-3AD203B41FA5}">
                      <a16:colId xmlns:a16="http://schemas.microsoft.com/office/drawing/2014/main" val="3601628738"/>
                    </a:ext>
                  </a:extLst>
                </a:gridCol>
              </a:tblGrid>
              <a:tr h="669643">
                <a:tc>
                  <a:txBody>
                    <a:bodyPr/>
                    <a:lstStyle/>
                    <a:p>
                      <a:r>
                        <a:rPr lang="ro-RO" sz="3000" noProof="1"/>
                        <a:t>Algoritm</a:t>
                      </a:r>
                    </a:p>
                  </a:txBody>
                  <a:tcPr marL="152191" marR="152191" marT="76096" marB="76096"/>
                </a:tc>
                <a:tc>
                  <a:txBody>
                    <a:bodyPr/>
                    <a:lstStyle/>
                    <a:p>
                      <a:r>
                        <a:rPr lang="ro-RO" sz="3000" noProof="1"/>
                        <a:t>Lider</a:t>
                      </a:r>
                    </a:p>
                  </a:txBody>
                  <a:tcPr marL="152191" marR="152191" marT="76096" marB="76096"/>
                </a:tc>
                <a:tc>
                  <a:txBody>
                    <a:bodyPr/>
                    <a:lstStyle/>
                    <a:p>
                      <a:r>
                        <a:rPr lang="ro-RO" sz="3000" noProof="1"/>
                        <a:t>Retea</a:t>
                      </a:r>
                    </a:p>
                  </a:txBody>
                  <a:tcPr marL="152191" marR="152191" marT="76096" marB="76096"/>
                </a:tc>
                <a:extLst>
                  <a:ext uri="{0D108BD9-81ED-4DB2-BD59-A6C34878D82A}">
                    <a16:rowId xmlns:a16="http://schemas.microsoft.com/office/drawing/2014/main" val="3292199810"/>
                  </a:ext>
                </a:extLst>
              </a:tr>
              <a:tr h="669643">
                <a:tc>
                  <a:txBody>
                    <a:bodyPr/>
                    <a:lstStyle/>
                    <a:p>
                      <a:r>
                        <a:rPr lang="ro-RO" sz="3000" noProof="1"/>
                        <a:t>Bully</a:t>
                      </a:r>
                    </a:p>
                  </a:txBody>
                  <a:tcPr marL="152191" marR="152191" marT="76096" marB="76096"/>
                </a:tc>
                <a:tc>
                  <a:txBody>
                    <a:bodyPr/>
                    <a:lstStyle/>
                    <a:p>
                      <a:r>
                        <a:rPr lang="ro-RO" sz="3000" noProof="1"/>
                        <a:t>Static</a:t>
                      </a:r>
                    </a:p>
                  </a:txBody>
                  <a:tcPr marL="152191" marR="152191" marT="76096" marB="76096"/>
                </a:tc>
                <a:tc>
                  <a:txBody>
                    <a:bodyPr/>
                    <a:lstStyle/>
                    <a:p>
                      <a:r>
                        <a:rPr lang="ro-RO" sz="3000" noProof="1"/>
                        <a:t>Stabila</a:t>
                      </a:r>
                    </a:p>
                  </a:txBody>
                  <a:tcPr marL="152191" marR="152191" marT="76096" marB="76096"/>
                </a:tc>
                <a:extLst>
                  <a:ext uri="{0D108BD9-81ED-4DB2-BD59-A6C34878D82A}">
                    <a16:rowId xmlns:a16="http://schemas.microsoft.com/office/drawing/2014/main" val="530006671"/>
                  </a:ext>
                </a:extLst>
              </a:tr>
              <a:tr h="669643">
                <a:tc>
                  <a:txBody>
                    <a:bodyPr/>
                    <a:lstStyle/>
                    <a:p>
                      <a:r>
                        <a:rPr lang="ro-RO" sz="3000" noProof="1"/>
                        <a:t>Invitation</a:t>
                      </a:r>
                    </a:p>
                  </a:txBody>
                  <a:tcPr marL="152191" marR="152191" marT="76096" marB="76096"/>
                </a:tc>
                <a:tc>
                  <a:txBody>
                    <a:bodyPr/>
                    <a:lstStyle/>
                    <a:p>
                      <a:r>
                        <a:rPr lang="ro-RO" sz="3000" noProof="1"/>
                        <a:t>Dinamic</a:t>
                      </a:r>
                    </a:p>
                  </a:txBody>
                  <a:tcPr marL="152191" marR="152191" marT="76096" marB="76096"/>
                </a:tc>
                <a:tc>
                  <a:txBody>
                    <a:bodyPr/>
                    <a:lstStyle/>
                    <a:p>
                      <a:r>
                        <a:rPr lang="ro-RO" sz="3000" noProof="1"/>
                        <a:t>Partitionabila</a:t>
                      </a:r>
                    </a:p>
                  </a:txBody>
                  <a:tcPr marL="152191" marR="152191" marT="76096" marB="76096"/>
                </a:tc>
                <a:extLst>
                  <a:ext uri="{0D108BD9-81ED-4DB2-BD59-A6C34878D82A}">
                    <a16:rowId xmlns:a16="http://schemas.microsoft.com/office/drawing/2014/main" val="3265122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0973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o-RO" noProof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11E0781-6611-650A-81F3-69429A490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ro-RO" sz="4000" noProof="1">
                <a:solidFill>
                  <a:srgbClr val="FFFFFF"/>
                </a:solidFill>
              </a:rPr>
              <a:t>Mecanismul de Fuziune (Merge)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D024A6-65B3-3BAD-6440-2B67A7CE85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038105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3568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4A0334-FF9E-5F08-CF69-E800DF189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ro-RO" sz="4800" noProof="1">
                <a:solidFill>
                  <a:srgbClr val="FFFFFF"/>
                </a:solidFill>
              </a:rPr>
              <a:t>Arhitectura Sistemului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F78D5F-1B27-A212-B44F-FA01D42582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ro-RO" noProof="1">
                <a:solidFill>
                  <a:srgbClr val="FFFFFF"/>
                </a:solidFill>
              </a:rPr>
              <a:t>SPMD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</p:spTree>
    <p:extLst>
      <p:ext uri="{BB962C8B-B14F-4D97-AF65-F5344CB8AC3E}">
        <p14:creationId xmlns:p14="http://schemas.microsoft.com/office/powerpoint/2010/main" val="172690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o-RO" noProof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856A8B-4E49-EFC0-1CFE-59EE6C719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ro-RO" sz="3700" noProof="1">
                <a:solidFill>
                  <a:srgbClr val="FFFFFF"/>
                </a:solidFill>
              </a:rPr>
              <a:t>Implementare: Modelul SPMD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877A52B-6FAE-BCB1-D86F-3F42B0A341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0860281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07055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o-RO" noProof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3005F6-72D8-F0A9-6754-DD0FA2F3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ro-RO" sz="4000" noProof="1">
                <a:solidFill>
                  <a:srgbClr val="FFFFFF"/>
                </a:solidFill>
              </a:rPr>
              <a:t>Automatul de Stari Finit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1E383B-51BF-C42B-842F-C5E68E19EB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4498742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28015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o-RO" noProof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904E9-AD65-E651-5706-3322C6CF7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ro-RO" sz="3400" noProof="1">
                <a:solidFill>
                  <a:srgbClr val="FFFFFF"/>
                </a:solidFill>
              </a:rPr>
              <a:t>Gestionarea Asincronismului: Timeout Pool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98D7F4-01C4-CA54-1509-EFA4DC2A0F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373732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6071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o-RO" noProof="1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202121-8054-804E-B280-80443D7AF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ro-RO" sz="4000" noProof="1">
                <a:solidFill>
                  <a:srgbClr val="FFFFFF"/>
                </a:solidFill>
              </a:rPr>
              <a:t>Scenariu de Validare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53A09A0-D856-2BB6-E31A-8D730EF03F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172587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7552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o-RO" noProof="1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noProof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0D7589-E073-3278-2261-A4C69CF80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ro-RO" sz="4000" noProof="1">
                <a:solidFill>
                  <a:srgbClr val="FFFFFF"/>
                </a:solidFill>
              </a:rPr>
              <a:t>Analiza Corectitudinii si Performantei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F35D75B-3F4E-8362-AE4F-4778A8AB1F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3843954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85187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415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Alegerea Liderului in Sisteme Distribuite - Algoritmul Invitation</vt:lpstr>
      <vt:lpstr>Problema Coordonarii  in Sisteme Distribuite</vt:lpstr>
      <vt:lpstr>De ce Invitation?  (vs. Bully)</vt:lpstr>
      <vt:lpstr>Mecanismul de Fuziune (Merge)</vt:lpstr>
      <vt:lpstr>Arhitectura Sistemului</vt:lpstr>
      <vt:lpstr>Implementare: Modelul SPMD</vt:lpstr>
      <vt:lpstr>Automatul de Stari Finit</vt:lpstr>
      <vt:lpstr>Gestionarea Asincronismului: Timeout Pool</vt:lpstr>
      <vt:lpstr>Scenariu de Validare</vt:lpstr>
      <vt:lpstr>Analiza Corectitudinii si Performantei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Matei Ungureanu</dc:creator>
  <cp:lastModifiedBy>Matei Ungureanu</cp:lastModifiedBy>
  <cp:revision>2</cp:revision>
  <dcterms:created xsi:type="dcterms:W3CDTF">2026-01-26T18:50:00Z</dcterms:created>
  <dcterms:modified xsi:type="dcterms:W3CDTF">2026-01-28T18:32:37Z</dcterms:modified>
</cp:coreProperties>
</file>