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4.996%" autoAdjust="0"/>
    <p:restoredTop sz="94.66%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viewProps" Target="viewProp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presProps" Target="presProps.xml"/><Relationship Id="rId2" Type="http://purl.oclc.org/ooxml/officeDocument/relationships/slide" Target="slides/slide1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5" Type="http://purl.oclc.org/ooxml/officeDocument/relationships/slide" Target="slides/slide4.xml"/><Relationship Id="rId15" Type="http://purl.oclc.org/ooxml/officeDocument/relationships/tableStyles" Target="tableStyles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theme" Target="theme/theme1.xml"/></Relationships>
</file>

<file path=ppt/diagrams/colors1.xml><?xml version="1.0" encoding="utf-8"?>
<dgm:colorsDef xmlns:dgm="http://purl.oclc.org/ooxml/drawingml/diagram" xmlns:a="http://purl.oclc.org/ooxml/drawingml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%"/>
      </a:schemeClr>
      <a:schemeClr val="accent6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%"/>
      </a:schemeClr>
      <a:schemeClr val="accent6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%"/>
      </a:schemeClr>
      <a:schemeClr val="accent6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%"/>
      </a:schemeClr>
      <a:schemeClr val="accent6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%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%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%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5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%"/>
        <a:alpha val="40%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purl.oclc.org/ooxml/drawingml/diagram" xmlns:a="http://purl.oclc.org/ooxml/drawingml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%"/>
      </a:schemeClr>
      <a:schemeClr val="accent3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%"/>
      </a:schemeClr>
      <a:schemeClr val="accent3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%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purl.oclc.org/ooxml/drawingml/diagram" xmlns:a="http://purl.oclc.org/ooxml/drawingml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%"/>
      </a:schemeClr>
      <a:schemeClr val="accent3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%"/>
      </a:schemeClr>
      <a:schemeClr val="accent3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%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purl.oclc.org/ooxml/drawingml/diagram" xmlns:a="http://purl.oclc.org/ooxml/drawingml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%"/>
      </a:schemeClr>
      <a:schemeClr val="accent3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%"/>
      </a:schemeClr>
      <a:schemeClr val="accent3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%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purl.oclc.org/ooxml/drawingml/diagram" xmlns:a="http://purl.oclc.org/ooxml/drawingml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%"/>
      </a:schemeClr>
      <a:schemeClr val="accent3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%"/>
      </a:schemeClr>
      <a:schemeClr val="accent3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%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purl.oclc.org/ooxml/drawingml/diagram" xmlns:a="http://purl.oclc.org/ooxml/drawingml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%"/>
      </a:schemeClr>
      <a:schemeClr val="accent6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%"/>
      </a:schemeClr>
      <a:schemeClr val="accent6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%"/>
      </a:schemeClr>
      <a:schemeClr val="accent6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%"/>
      </a:schemeClr>
      <a:schemeClr val="accent6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%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%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%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5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%"/>
        <a:alpha val="40%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purl.oclc.org/ooxml/drawingml/diagram" xmlns:a="http://purl.oclc.org/ooxml/drawingml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%"/>
      </a:schemeClr>
      <a:schemeClr val="accent3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%"/>
      </a:schemeClr>
      <a:schemeClr val="accent3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%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purl.oclc.org/ooxml/drawingml/diagram" xmlns:a="http://purl.oclc.org/ooxml/drawingml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%"/>
      </a:schemeClr>
      <a:schemeClr val="accent3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%"/>
      </a:schemeClr>
      <a:schemeClr val="accent3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%"/>
      </a:schemeClr>
      <a:schemeClr val="accent3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%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%"/>
        <a:alpha val="90%"/>
      </a:schemeClr>
      <a:schemeClr val="accent3">
        <a:tint val="40%"/>
        <a:alpha val="90%"/>
      </a:schemeClr>
    </dgm:fillClrLst>
    <dgm:linClrLst>
      <a:schemeClr val="accent2">
        <a:tint val="40%"/>
        <a:alpha val="90%"/>
      </a:schemeClr>
      <a:schemeClr val="accent3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purl.oclc.org/ooxml/drawingml/diagram" xmlns:a="http://purl.oclc.org/ooxml/drawingml/main">
  <dgm:ptLst>
    <dgm:pt modelId="{88C386A7-BB41-49D3-B2AA-A9BA351516AB}" type="doc">
      <dgm:prSet loTypeId="urn:microsoft.com/office/officeart/2005/8/layout/process4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77E40EE-B2F8-4473-BC4B-146F4A0F52C2}">
      <dgm:prSet/>
      <dgm:spPr/>
      <dgm:t>
        <a:bodyPr/>
        <a:lstStyle/>
        <a:p>
          <a:r>
            <a:rPr lang="ro-RO" b="1" noProof="0" dirty="0"/>
            <a:t>Lipsa Starii:</a:t>
          </a:r>
          <a:r>
            <a:rPr lang="ro-RO" noProof="0" dirty="0"/>
            <a:t> modelele de limbaj (LLM) sunt implicit "stateless". Dupa fiecare request, modelul "uita" tot ce s-a discutat.</a:t>
          </a:r>
        </a:p>
      </dgm:t>
    </dgm:pt>
    <dgm:pt modelId="{7A8D518D-6B2E-45EF-9A11-E6E1DC4665EB}" type="parTrans" cxnId="{92F63759-F6E1-41CB-8779-1463CBB9C6A9}">
      <dgm:prSet/>
      <dgm:spPr/>
      <dgm:t>
        <a:bodyPr/>
        <a:lstStyle/>
        <a:p>
          <a:endParaRPr lang="en-US"/>
        </a:p>
      </dgm:t>
    </dgm:pt>
    <dgm:pt modelId="{BE439880-B2B9-4CDC-90A5-B93DC2F40863}" type="sibTrans" cxnId="{92F63759-F6E1-41CB-8779-1463CBB9C6A9}">
      <dgm:prSet/>
      <dgm:spPr/>
      <dgm:t>
        <a:bodyPr/>
        <a:lstStyle/>
        <a:p>
          <a:endParaRPr lang="en-US"/>
        </a:p>
      </dgm:t>
    </dgm:pt>
    <dgm:pt modelId="{FFE95852-F6F6-44FC-8A86-6DDD151966B7}">
      <dgm:prSet/>
      <dgm:spPr/>
      <dgm:t>
        <a:bodyPr/>
        <a:lstStyle/>
        <a:p>
          <a:r>
            <a:rPr lang="ro-RO" b="1" noProof="0" dirty="0"/>
            <a:t>Context Window Limitat:</a:t>
          </a:r>
          <a:r>
            <a:rPr lang="ro-RO" noProof="0" dirty="0"/>
            <a:t> nu putem trimite infinit text intr-un singur prompt.</a:t>
          </a:r>
        </a:p>
      </dgm:t>
    </dgm:pt>
    <dgm:pt modelId="{ACC24D40-6A33-419A-9A01-1B946C586526}" type="parTrans" cxnId="{8FF65075-E1F6-402E-A4A8-3DBCECFF5AA2}">
      <dgm:prSet/>
      <dgm:spPr/>
      <dgm:t>
        <a:bodyPr/>
        <a:lstStyle/>
        <a:p>
          <a:endParaRPr lang="en-US"/>
        </a:p>
      </dgm:t>
    </dgm:pt>
    <dgm:pt modelId="{F0978B3E-C38F-4EB0-99BE-FD6C6AD45932}" type="sibTrans" cxnId="{8FF65075-E1F6-402E-A4A8-3DBCECFF5AA2}">
      <dgm:prSet/>
      <dgm:spPr/>
      <dgm:t>
        <a:bodyPr/>
        <a:lstStyle/>
        <a:p>
          <a:endParaRPr lang="en-US"/>
        </a:p>
      </dgm:t>
    </dgm:pt>
    <dgm:pt modelId="{B3D47DBC-098B-4C9C-8581-D3C5E5B9CB72}">
      <dgm:prSet/>
      <dgm:spPr/>
      <dgm:t>
        <a:bodyPr/>
        <a:lstStyle/>
        <a:p>
          <a:r>
            <a:rPr lang="ro-RO" b="1" noProof="0" dirty="0"/>
            <a:t>Problema Multi-Agent:</a:t>
          </a:r>
          <a:r>
            <a:rPr lang="ro-RO" noProof="0" dirty="0"/>
            <a:t> cum stie un agent "Developer" ce a planificat agentul "Planner" daca nu partajeaza memoria?</a:t>
          </a:r>
        </a:p>
      </dgm:t>
    </dgm:pt>
    <dgm:pt modelId="{C9304114-FDD9-4FCF-AE6A-9850439E2F72}" type="parTrans" cxnId="{9F9A42F7-E6DD-4B98-A77B-B55981FC81A4}">
      <dgm:prSet/>
      <dgm:spPr/>
      <dgm:t>
        <a:bodyPr/>
        <a:lstStyle/>
        <a:p>
          <a:endParaRPr lang="en-US"/>
        </a:p>
      </dgm:t>
    </dgm:pt>
    <dgm:pt modelId="{65F72EA9-3AE6-41E2-82E9-00A80193C6F0}" type="sibTrans" cxnId="{9F9A42F7-E6DD-4B98-A77B-B55981FC81A4}">
      <dgm:prSet/>
      <dgm:spPr/>
      <dgm:t>
        <a:bodyPr/>
        <a:lstStyle/>
        <a:p>
          <a:endParaRPr lang="en-US"/>
        </a:p>
      </dgm:t>
    </dgm:pt>
    <dgm:pt modelId="{B1F83273-5099-4A73-A4E3-6D23785909EB}" type="pres">
      <dgm:prSet presAssocID="{88C386A7-BB41-49D3-B2AA-A9BA351516AB}" presName="Name0" presStyleCnt="0">
        <dgm:presLayoutVars>
          <dgm:dir/>
          <dgm:animLvl val="lvl"/>
          <dgm:resizeHandles val="exact"/>
        </dgm:presLayoutVars>
      </dgm:prSet>
      <dgm:spPr/>
    </dgm:pt>
    <dgm:pt modelId="{5A12626B-2538-4969-BD91-AAE0DEAF514E}" type="pres">
      <dgm:prSet presAssocID="{B3D47DBC-098B-4C9C-8581-D3C5E5B9CB72}" presName="boxAndChildren" presStyleCnt="0"/>
      <dgm:spPr/>
    </dgm:pt>
    <dgm:pt modelId="{8804E0E9-B4BD-4CC5-AA62-7574FDF678D0}" type="pres">
      <dgm:prSet presAssocID="{B3D47DBC-098B-4C9C-8581-D3C5E5B9CB72}" presName="parentTextBox" presStyleLbl="node1" presStyleIdx="0" presStyleCnt="3"/>
      <dgm:spPr/>
    </dgm:pt>
    <dgm:pt modelId="{3BC52042-34C5-4827-BE93-8A743E45DD88}" type="pres">
      <dgm:prSet presAssocID="{F0978B3E-C38F-4EB0-99BE-FD6C6AD45932}" presName="sp" presStyleCnt="0"/>
      <dgm:spPr/>
    </dgm:pt>
    <dgm:pt modelId="{C6B5A6DD-C8A2-45F9-AFD9-C1E88CC80382}" type="pres">
      <dgm:prSet presAssocID="{FFE95852-F6F6-44FC-8A86-6DDD151966B7}" presName="arrowAndChildren" presStyleCnt="0"/>
      <dgm:spPr/>
    </dgm:pt>
    <dgm:pt modelId="{F7B85D1D-7C46-48F0-B8D8-4ECDF2B10DF0}" type="pres">
      <dgm:prSet presAssocID="{FFE95852-F6F6-44FC-8A86-6DDD151966B7}" presName="parentTextArrow" presStyleLbl="node1" presStyleIdx="1" presStyleCnt="3"/>
      <dgm:spPr/>
    </dgm:pt>
    <dgm:pt modelId="{F7DD0C5F-9D11-44CC-A10B-30E8FA0F59FB}" type="pres">
      <dgm:prSet presAssocID="{BE439880-B2B9-4CDC-90A5-B93DC2F40863}" presName="sp" presStyleCnt="0"/>
      <dgm:spPr/>
    </dgm:pt>
    <dgm:pt modelId="{F1365E40-C6B5-491C-8DBC-28186755E22B}" type="pres">
      <dgm:prSet presAssocID="{877E40EE-B2F8-4473-BC4B-146F4A0F52C2}" presName="arrowAndChildren" presStyleCnt="0"/>
      <dgm:spPr/>
    </dgm:pt>
    <dgm:pt modelId="{B272EC38-BDB4-4023-B742-0A74EF6E56B8}" type="pres">
      <dgm:prSet presAssocID="{877E40EE-B2F8-4473-BC4B-146F4A0F52C2}" presName="parentTextArrow" presStyleLbl="node1" presStyleIdx="2" presStyleCnt="3"/>
      <dgm:spPr/>
    </dgm:pt>
  </dgm:ptLst>
  <dgm:cxnLst>
    <dgm:cxn modelId="{65750E1F-E50B-4989-8CAB-14F646C3C649}" type="presOf" srcId="{FFE95852-F6F6-44FC-8A86-6DDD151966B7}" destId="{F7B85D1D-7C46-48F0-B8D8-4ECDF2B10DF0}" srcOrd="0" destOrd="0" presId="urn:microsoft.com/office/officeart/2005/8/layout/process4"/>
    <dgm:cxn modelId="{8FF65075-E1F6-402E-A4A8-3DBCECFF5AA2}" srcId="{88C386A7-BB41-49D3-B2AA-A9BA351516AB}" destId="{FFE95852-F6F6-44FC-8A86-6DDD151966B7}" srcOrd="1" destOrd="0" parTransId="{ACC24D40-6A33-419A-9A01-1B946C586526}" sibTransId="{F0978B3E-C38F-4EB0-99BE-FD6C6AD45932}"/>
    <dgm:cxn modelId="{D4E3F955-C975-4D43-9169-3333B3EE0A10}" type="presOf" srcId="{877E40EE-B2F8-4473-BC4B-146F4A0F52C2}" destId="{B272EC38-BDB4-4023-B742-0A74EF6E56B8}" srcOrd="0" destOrd="0" presId="urn:microsoft.com/office/officeart/2005/8/layout/process4"/>
    <dgm:cxn modelId="{92F63759-F6E1-41CB-8779-1463CBB9C6A9}" srcId="{88C386A7-BB41-49D3-B2AA-A9BA351516AB}" destId="{877E40EE-B2F8-4473-BC4B-146F4A0F52C2}" srcOrd="0" destOrd="0" parTransId="{7A8D518D-6B2E-45EF-9A11-E6E1DC4665EB}" sibTransId="{BE439880-B2B9-4CDC-90A5-B93DC2F40863}"/>
    <dgm:cxn modelId="{23CA9DB7-9450-4932-8C5D-8652A5AC351A}" type="presOf" srcId="{88C386A7-BB41-49D3-B2AA-A9BA351516AB}" destId="{B1F83273-5099-4A73-A4E3-6D23785909EB}" srcOrd="0" destOrd="0" presId="urn:microsoft.com/office/officeart/2005/8/layout/process4"/>
    <dgm:cxn modelId="{4778DDD3-AFB1-457D-AD2F-3228CA457A6F}" type="presOf" srcId="{B3D47DBC-098B-4C9C-8581-D3C5E5B9CB72}" destId="{8804E0E9-B4BD-4CC5-AA62-7574FDF678D0}" srcOrd="0" destOrd="0" presId="urn:microsoft.com/office/officeart/2005/8/layout/process4"/>
    <dgm:cxn modelId="{9F9A42F7-E6DD-4B98-A77B-B55981FC81A4}" srcId="{88C386A7-BB41-49D3-B2AA-A9BA351516AB}" destId="{B3D47DBC-098B-4C9C-8581-D3C5E5B9CB72}" srcOrd="2" destOrd="0" parTransId="{C9304114-FDD9-4FCF-AE6A-9850439E2F72}" sibTransId="{65F72EA9-3AE6-41E2-82E9-00A80193C6F0}"/>
    <dgm:cxn modelId="{B6309C84-A1F4-4DCD-B71F-4E9301730231}" type="presParOf" srcId="{B1F83273-5099-4A73-A4E3-6D23785909EB}" destId="{5A12626B-2538-4969-BD91-AAE0DEAF514E}" srcOrd="0" destOrd="0" presId="urn:microsoft.com/office/officeart/2005/8/layout/process4"/>
    <dgm:cxn modelId="{13E9B207-80E7-4FF1-BB0B-EC877EDC3425}" type="presParOf" srcId="{5A12626B-2538-4969-BD91-AAE0DEAF514E}" destId="{8804E0E9-B4BD-4CC5-AA62-7574FDF678D0}" srcOrd="0" destOrd="0" presId="urn:microsoft.com/office/officeart/2005/8/layout/process4"/>
    <dgm:cxn modelId="{570530D3-01F9-4826-B1A4-B9AABB907829}" type="presParOf" srcId="{B1F83273-5099-4A73-A4E3-6D23785909EB}" destId="{3BC52042-34C5-4827-BE93-8A743E45DD88}" srcOrd="1" destOrd="0" presId="urn:microsoft.com/office/officeart/2005/8/layout/process4"/>
    <dgm:cxn modelId="{6D7FADF0-A083-49EF-9B43-F52A489123E0}" type="presParOf" srcId="{B1F83273-5099-4A73-A4E3-6D23785909EB}" destId="{C6B5A6DD-C8A2-45F9-AFD9-C1E88CC80382}" srcOrd="2" destOrd="0" presId="urn:microsoft.com/office/officeart/2005/8/layout/process4"/>
    <dgm:cxn modelId="{FAAAEF2D-B6EE-418F-85B9-9F32A297A6B1}" type="presParOf" srcId="{C6B5A6DD-C8A2-45F9-AFD9-C1E88CC80382}" destId="{F7B85D1D-7C46-48F0-B8D8-4ECDF2B10DF0}" srcOrd="0" destOrd="0" presId="urn:microsoft.com/office/officeart/2005/8/layout/process4"/>
    <dgm:cxn modelId="{75A4B564-815A-4AEE-962F-FFB729325084}" type="presParOf" srcId="{B1F83273-5099-4A73-A4E3-6D23785909EB}" destId="{F7DD0C5F-9D11-44CC-A10B-30E8FA0F59FB}" srcOrd="3" destOrd="0" presId="urn:microsoft.com/office/officeart/2005/8/layout/process4"/>
    <dgm:cxn modelId="{ED442081-8876-4981-B851-D06D815A4BBA}" type="presParOf" srcId="{B1F83273-5099-4A73-A4E3-6D23785909EB}" destId="{F1365E40-C6B5-491C-8DBC-28186755E22B}" srcOrd="4" destOrd="0" presId="urn:microsoft.com/office/officeart/2005/8/layout/process4"/>
    <dgm:cxn modelId="{E29303DD-1B93-4467-82FC-FF3B6EECF0F9}" type="presParOf" srcId="{F1365E40-C6B5-491C-8DBC-28186755E22B}" destId="{B272EC38-BDB4-4023-B742-0A74EF6E56B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purl.oclc.org/ooxml/drawingml/diagram" xmlns:a="http://purl.oclc.org/ooxml/drawingml/main">
  <dgm:ptLst>
    <dgm:pt modelId="{B7D6A31B-5A4B-4A42-87AE-7CB2FD4D7E7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8ED2B74-E987-4E98-8179-0D18FFBF6C68}">
      <dgm:prSet/>
      <dgm:spPr/>
      <dgm:t>
        <a:bodyPr/>
        <a:lstStyle/>
        <a:p>
          <a:r>
            <a:rPr lang="ro-RO" b="1" noProof="0" dirty="0"/>
            <a:t>Azure Cosmos DB</a:t>
          </a:r>
          <a:r>
            <a:rPr lang="ro-RO" noProof="0" dirty="0"/>
            <a:t>: folosim o baza de date NoSQL pentru a salva fiecare replica.</a:t>
          </a:r>
        </a:p>
      </dgm:t>
    </dgm:pt>
    <dgm:pt modelId="{60AF2265-E1F9-4E21-AD7D-9DA33DC24E0D}" type="parTrans" cxnId="{E7CA55F9-70F7-45B6-8422-0B0F7BDB5D6F}">
      <dgm:prSet/>
      <dgm:spPr/>
      <dgm:t>
        <a:bodyPr/>
        <a:lstStyle/>
        <a:p>
          <a:endParaRPr lang="en-US"/>
        </a:p>
      </dgm:t>
    </dgm:pt>
    <dgm:pt modelId="{3A603D23-7AFD-499B-A73A-C82CC63C4FF4}" type="sibTrans" cxnId="{E7CA55F9-70F7-45B6-8422-0B0F7BDB5D6F}">
      <dgm:prSet/>
      <dgm:spPr/>
      <dgm:t>
        <a:bodyPr/>
        <a:lstStyle/>
        <a:p>
          <a:endParaRPr lang="en-US"/>
        </a:p>
      </dgm:t>
    </dgm:pt>
    <dgm:pt modelId="{27CE2591-9AD2-41D9-9FF2-C62D20776F44}">
      <dgm:prSet/>
      <dgm:spPr/>
      <dgm:t>
        <a:bodyPr/>
        <a:lstStyle/>
        <a:p>
          <a:r>
            <a:rPr lang="ro-RO" b="1" noProof="0" dirty="0"/>
            <a:t>Schema-Agnostic:</a:t>
          </a:r>
          <a:r>
            <a:rPr lang="ro-RO" noProof="0" dirty="0"/>
            <a:t> permite flexibilitate maxima in structura datelor JSON fara a modifica schema bazei de date.</a:t>
          </a:r>
        </a:p>
      </dgm:t>
    </dgm:pt>
    <dgm:pt modelId="{7097A8E6-4D56-437A-968E-7F6E1E46087E}" type="parTrans" cxnId="{42EB31CB-52BE-491A-822E-93E20C696C3D}">
      <dgm:prSet/>
      <dgm:spPr/>
      <dgm:t>
        <a:bodyPr/>
        <a:lstStyle/>
        <a:p>
          <a:endParaRPr lang="en-US"/>
        </a:p>
      </dgm:t>
    </dgm:pt>
    <dgm:pt modelId="{8DA297B7-3A05-4511-B1F7-0EE7BDB7A19B}" type="sibTrans" cxnId="{42EB31CB-52BE-491A-822E-93E20C696C3D}">
      <dgm:prSet/>
      <dgm:spPr/>
      <dgm:t>
        <a:bodyPr/>
        <a:lstStyle/>
        <a:p>
          <a:endParaRPr lang="en-US"/>
        </a:p>
      </dgm:t>
    </dgm:pt>
    <dgm:pt modelId="{C3B3F8B0-B293-497A-B20C-CA973ED96BBF}">
      <dgm:prSet/>
      <dgm:spPr/>
      <dgm:t>
        <a:bodyPr/>
        <a:lstStyle/>
        <a:p>
          <a:r>
            <a:rPr lang="ro-RO" b="1" noProof="0" dirty="0"/>
            <a:t>Context-Augmented Generation (CAG)</a:t>
          </a:r>
          <a:r>
            <a:rPr lang="ro-RO" noProof="0" dirty="0"/>
            <a:t>: inainte de a raspunde, </a:t>
          </a:r>
          <a:r>
            <a:rPr lang="en-US" noProof="0" dirty="0"/>
            <a:t>a</a:t>
          </a:r>
          <a:r>
            <a:rPr lang="ro-RO" noProof="0" dirty="0"/>
            <a:t>gentul citeste ultimele n replici din baza de date.</a:t>
          </a:r>
        </a:p>
      </dgm:t>
    </dgm:pt>
    <dgm:pt modelId="{1E14AD19-908F-4511-A575-033FCBCA6680}" type="parTrans" cxnId="{B49972CA-2E93-4D15-9F36-945D3CAB2F24}">
      <dgm:prSet/>
      <dgm:spPr/>
      <dgm:t>
        <a:bodyPr/>
        <a:lstStyle/>
        <a:p>
          <a:endParaRPr lang="en-US"/>
        </a:p>
      </dgm:t>
    </dgm:pt>
    <dgm:pt modelId="{95E09F6D-E1B5-4D27-A712-7F8264EDF561}" type="sibTrans" cxnId="{B49972CA-2E93-4D15-9F36-945D3CAB2F24}">
      <dgm:prSet/>
      <dgm:spPr/>
      <dgm:t>
        <a:bodyPr/>
        <a:lstStyle/>
        <a:p>
          <a:endParaRPr lang="en-US"/>
        </a:p>
      </dgm:t>
    </dgm:pt>
    <dgm:pt modelId="{7CE737E7-5694-46AA-91D7-59DEAE046D83}">
      <dgm:prSet/>
      <dgm:spPr/>
      <dgm:t>
        <a:bodyPr/>
        <a:lstStyle/>
        <a:p>
          <a:r>
            <a:rPr lang="ro-RO" b="1" noProof="0" dirty="0"/>
            <a:t>Beneficiu</a:t>
          </a:r>
          <a:r>
            <a:rPr lang="ro-RO" noProof="0" dirty="0"/>
            <a:t>: putem opri serverul, iar la restart agentul isi "aminteste" tot.</a:t>
          </a:r>
        </a:p>
      </dgm:t>
    </dgm:pt>
    <dgm:pt modelId="{62ABD157-AA6E-4F2A-93D7-DD86C86A6F09}" type="parTrans" cxnId="{13DF03F6-4ABF-46A6-A1ED-30E6260737EA}">
      <dgm:prSet/>
      <dgm:spPr/>
      <dgm:t>
        <a:bodyPr/>
        <a:lstStyle/>
        <a:p>
          <a:endParaRPr lang="en-US"/>
        </a:p>
      </dgm:t>
    </dgm:pt>
    <dgm:pt modelId="{8EFC6F51-CE0D-4F12-9427-C1736E8C65E1}" type="sibTrans" cxnId="{13DF03F6-4ABF-46A6-A1ED-30E6260737EA}">
      <dgm:prSet/>
      <dgm:spPr/>
      <dgm:t>
        <a:bodyPr/>
        <a:lstStyle/>
        <a:p>
          <a:endParaRPr lang="en-US"/>
        </a:p>
      </dgm:t>
    </dgm:pt>
    <dgm:pt modelId="{EE32242F-F172-4C37-BC22-944B37B044B2}" type="pres">
      <dgm:prSet presAssocID="{B7D6A31B-5A4B-4A42-87AE-7CB2FD4D7E7C}" presName="linear" presStyleCnt="0">
        <dgm:presLayoutVars>
          <dgm:animLvl val="lvl"/>
          <dgm:resizeHandles val="exact"/>
        </dgm:presLayoutVars>
      </dgm:prSet>
      <dgm:spPr/>
    </dgm:pt>
    <dgm:pt modelId="{11A3D28A-6750-47A5-A9CE-3E375CA039B5}" type="pres">
      <dgm:prSet presAssocID="{88ED2B74-E987-4E98-8179-0D18FFBF6C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F78CE9-F17C-421D-9520-0043D6E098C3}" type="pres">
      <dgm:prSet presAssocID="{3A603D23-7AFD-499B-A73A-C82CC63C4FF4}" presName="spacer" presStyleCnt="0"/>
      <dgm:spPr/>
    </dgm:pt>
    <dgm:pt modelId="{13589825-D708-4F5F-B551-2BDBF75F289E}" type="pres">
      <dgm:prSet presAssocID="{27CE2591-9AD2-41D9-9FF2-C62D20776F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41118CF-41C3-4539-8F6E-1D7D1EE7E317}" type="pres">
      <dgm:prSet presAssocID="{8DA297B7-3A05-4511-B1F7-0EE7BDB7A19B}" presName="spacer" presStyleCnt="0"/>
      <dgm:spPr/>
    </dgm:pt>
    <dgm:pt modelId="{1C782A54-9970-44C7-AA59-CDE40324DEDC}" type="pres">
      <dgm:prSet presAssocID="{C3B3F8B0-B293-497A-B20C-CA973ED96B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71B3F4-6B94-4741-83B1-896CBB38C378}" type="pres">
      <dgm:prSet presAssocID="{95E09F6D-E1B5-4D27-A712-7F8264EDF561}" presName="spacer" presStyleCnt="0"/>
      <dgm:spPr/>
    </dgm:pt>
    <dgm:pt modelId="{629EF008-C1D7-4154-8FDE-42AEE9768B30}" type="pres">
      <dgm:prSet presAssocID="{7CE737E7-5694-46AA-91D7-59DEAE046D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185D02-1682-4D82-B991-E09F06035D9F}" type="presOf" srcId="{7CE737E7-5694-46AA-91D7-59DEAE046D83}" destId="{629EF008-C1D7-4154-8FDE-42AEE9768B30}" srcOrd="0" destOrd="0" presId="urn:microsoft.com/office/officeart/2005/8/layout/vList2"/>
    <dgm:cxn modelId="{28192605-15F5-468E-8696-136C54E80F55}" type="presOf" srcId="{B7D6A31B-5A4B-4A42-87AE-7CB2FD4D7E7C}" destId="{EE32242F-F172-4C37-BC22-944B37B044B2}" srcOrd="0" destOrd="0" presId="urn:microsoft.com/office/officeart/2005/8/layout/vList2"/>
    <dgm:cxn modelId="{0C431894-A216-46AB-8A00-957D2A2806D4}" type="presOf" srcId="{27CE2591-9AD2-41D9-9FF2-C62D20776F44}" destId="{13589825-D708-4F5F-B551-2BDBF75F289E}" srcOrd="0" destOrd="0" presId="urn:microsoft.com/office/officeart/2005/8/layout/vList2"/>
    <dgm:cxn modelId="{60AFB794-9DE9-4836-AD7F-B862B9493465}" type="presOf" srcId="{88ED2B74-E987-4E98-8179-0D18FFBF6C68}" destId="{11A3D28A-6750-47A5-A9CE-3E375CA039B5}" srcOrd="0" destOrd="0" presId="urn:microsoft.com/office/officeart/2005/8/layout/vList2"/>
    <dgm:cxn modelId="{B49972CA-2E93-4D15-9F36-945D3CAB2F24}" srcId="{B7D6A31B-5A4B-4A42-87AE-7CB2FD4D7E7C}" destId="{C3B3F8B0-B293-497A-B20C-CA973ED96BBF}" srcOrd="2" destOrd="0" parTransId="{1E14AD19-908F-4511-A575-033FCBCA6680}" sibTransId="{95E09F6D-E1B5-4D27-A712-7F8264EDF561}"/>
    <dgm:cxn modelId="{42EB31CB-52BE-491A-822E-93E20C696C3D}" srcId="{B7D6A31B-5A4B-4A42-87AE-7CB2FD4D7E7C}" destId="{27CE2591-9AD2-41D9-9FF2-C62D20776F44}" srcOrd="1" destOrd="0" parTransId="{7097A8E6-4D56-437A-968E-7F6E1E46087E}" sibTransId="{8DA297B7-3A05-4511-B1F7-0EE7BDB7A19B}"/>
    <dgm:cxn modelId="{53DE78DF-0B2F-47FC-96F5-3D1D94179C44}" type="presOf" srcId="{C3B3F8B0-B293-497A-B20C-CA973ED96BBF}" destId="{1C782A54-9970-44C7-AA59-CDE40324DEDC}" srcOrd="0" destOrd="0" presId="urn:microsoft.com/office/officeart/2005/8/layout/vList2"/>
    <dgm:cxn modelId="{13DF03F6-4ABF-46A6-A1ED-30E6260737EA}" srcId="{B7D6A31B-5A4B-4A42-87AE-7CB2FD4D7E7C}" destId="{7CE737E7-5694-46AA-91D7-59DEAE046D83}" srcOrd="3" destOrd="0" parTransId="{62ABD157-AA6E-4F2A-93D7-DD86C86A6F09}" sibTransId="{8EFC6F51-CE0D-4F12-9427-C1736E8C65E1}"/>
    <dgm:cxn modelId="{E7CA55F9-70F7-45B6-8422-0B0F7BDB5D6F}" srcId="{B7D6A31B-5A4B-4A42-87AE-7CB2FD4D7E7C}" destId="{88ED2B74-E987-4E98-8179-0D18FFBF6C68}" srcOrd="0" destOrd="0" parTransId="{60AF2265-E1F9-4E21-AD7D-9DA33DC24E0D}" sibTransId="{3A603D23-7AFD-499B-A73A-C82CC63C4FF4}"/>
    <dgm:cxn modelId="{E2FA8466-D662-48A0-AFEE-1B57DA4338C9}" type="presParOf" srcId="{EE32242F-F172-4C37-BC22-944B37B044B2}" destId="{11A3D28A-6750-47A5-A9CE-3E375CA039B5}" srcOrd="0" destOrd="0" presId="urn:microsoft.com/office/officeart/2005/8/layout/vList2"/>
    <dgm:cxn modelId="{49F64D78-860D-4F9E-BED6-4222DC1933BF}" type="presParOf" srcId="{EE32242F-F172-4C37-BC22-944B37B044B2}" destId="{F7F78CE9-F17C-421D-9520-0043D6E098C3}" srcOrd="1" destOrd="0" presId="urn:microsoft.com/office/officeart/2005/8/layout/vList2"/>
    <dgm:cxn modelId="{9360917D-CE81-498F-A633-B0E2379E803A}" type="presParOf" srcId="{EE32242F-F172-4C37-BC22-944B37B044B2}" destId="{13589825-D708-4F5F-B551-2BDBF75F289E}" srcOrd="2" destOrd="0" presId="urn:microsoft.com/office/officeart/2005/8/layout/vList2"/>
    <dgm:cxn modelId="{2D9ADE8D-F059-41C7-873C-3686EF649A8B}" type="presParOf" srcId="{EE32242F-F172-4C37-BC22-944B37B044B2}" destId="{041118CF-41C3-4539-8F6E-1D7D1EE7E317}" srcOrd="3" destOrd="0" presId="urn:microsoft.com/office/officeart/2005/8/layout/vList2"/>
    <dgm:cxn modelId="{3B3F7704-E790-4EA5-A3E6-C92277F36861}" type="presParOf" srcId="{EE32242F-F172-4C37-BC22-944B37B044B2}" destId="{1C782A54-9970-44C7-AA59-CDE40324DEDC}" srcOrd="4" destOrd="0" presId="urn:microsoft.com/office/officeart/2005/8/layout/vList2"/>
    <dgm:cxn modelId="{099A17CB-6DC0-42BB-A3BC-DE60BA620A2A}" type="presParOf" srcId="{EE32242F-F172-4C37-BC22-944B37B044B2}" destId="{FE71B3F4-6B94-4741-83B1-896CBB38C378}" srcOrd="5" destOrd="0" presId="urn:microsoft.com/office/officeart/2005/8/layout/vList2"/>
    <dgm:cxn modelId="{FE5CAD00-B826-4B9F-ACD8-22D166474F00}" type="presParOf" srcId="{EE32242F-F172-4C37-BC22-944B37B044B2}" destId="{629EF008-C1D7-4154-8FDE-42AEE9768B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purl.oclc.org/ooxml/drawingml/diagram" xmlns:a="http://purl.oclc.org/ooxml/drawingml/main">
  <dgm:ptLst>
    <dgm:pt modelId="{6E45B2EF-4189-49C0-A262-511FD3C91C1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BA6BB3-249C-4A88-B45B-73DCD9048EEE}">
      <dgm:prSet/>
      <dgm:spPr/>
      <dgm:t>
        <a:bodyPr/>
        <a:lstStyle/>
        <a:p>
          <a:r>
            <a:rPr lang="ro-RO" b="1" noProof="0" dirty="0"/>
            <a:t>Partition Key (/sessionId)</a:t>
          </a:r>
          <a:r>
            <a:rPr lang="ro-RO" noProof="0" dirty="0"/>
            <a:t>:</a:t>
          </a:r>
        </a:p>
      </dgm:t>
    </dgm:pt>
    <dgm:pt modelId="{56AE2F37-4161-4FAF-8BB4-6229B6B36D75}" type="parTrans" cxnId="{9806CFF9-F5D0-4778-990D-B253FD29A7DC}">
      <dgm:prSet/>
      <dgm:spPr/>
      <dgm:t>
        <a:bodyPr/>
        <a:lstStyle/>
        <a:p>
          <a:endParaRPr lang="en-US"/>
        </a:p>
      </dgm:t>
    </dgm:pt>
    <dgm:pt modelId="{08D698D2-44C6-4114-AA34-06682DEA3671}" type="sibTrans" cxnId="{9806CFF9-F5D0-4778-990D-B253FD29A7DC}">
      <dgm:prSet/>
      <dgm:spPr/>
      <dgm:t>
        <a:bodyPr/>
        <a:lstStyle/>
        <a:p>
          <a:endParaRPr lang="en-US"/>
        </a:p>
      </dgm:t>
    </dgm:pt>
    <dgm:pt modelId="{2B1055B8-6001-482C-951B-FF10B3182E53}">
      <dgm:prSet/>
      <dgm:spPr/>
      <dgm:t>
        <a:bodyPr/>
        <a:lstStyle/>
        <a:p>
          <a:r>
            <a:rPr lang="ro-RO" noProof="0" dirty="0"/>
            <a:t>Fiecare proiect/discutie are partitia sa dedicata.</a:t>
          </a:r>
        </a:p>
      </dgm:t>
    </dgm:pt>
    <dgm:pt modelId="{8AB03ABF-E8CB-452D-92B9-E26086ABD095}" type="parTrans" cxnId="{5122EB19-85AD-430E-A798-E05C4C0CC8E3}">
      <dgm:prSet/>
      <dgm:spPr/>
      <dgm:t>
        <a:bodyPr/>
        <a:lstStyle/>
        <a:p>
          <a:endParaRPr lang="en-US"/>
        </a:p>
      </dgm:t>
    </dgm:pt>
    <dgm:pt modelId="{ECA1530D-1FC3-4902-9554-0902D05E8FC7}" type="sibTrans" cxnId="{5122EB19-85AD-430E-A798-E05C4C0CC8E3}">
      <dgm:prSet/>
      <dgm:spPr/>
      <dgm:t>
        <a:bodyPr/>
        <a:lstStyle/>
        <a:p>
          <a:endParaRPr lang="en-US"/>
        </a:p>
      </dgm:t>
    </dgm:pt>
    <dgm:pt modelId="{0159365F-4284-486E-951E-B2DCE3D2E48A}">
      <dgm:prSet/>
      <dgm:spPr/>
      <dgm:t>
        <a:bodyPr/>
        <a:lstStyle/>
        <a:p>
          <a:r>
            <a:rPr lang="ro-RO" noProof="0" dirty="0"/>
            <a:t>Asigura </a:t>
          </a:r>
          <a:r>
            <a:rPr lang="ro-RO" b="1" noProof="0" dirty="0"/>
            <a:t>Partition Tolerance </a:t>
          </a:r>
          <a:r>
            <a:rPr lang="ro-RO" noProof="0" dirty="0"/>
            <a:t>(CA</a:t>
          </a:r>
          <a:r>
            <a:rPr lang="ro-RO" b="1" noProof="0" dirty="0"/>
            <a:t>P</a:t>
          </a:r>
          <a:r>
            <a:rPr lang="ro-RO" noProof="0" dirty="0"/>
            <a:t>): sistemul ramane functional si performant chiar daca numarul de sesiuni creste exponential.</a:t>
          </a:r>
        </a:p>
      </dgm:t>
    </dgm:pt>
    <dgm:pt modelId="{C59FE4B4-4770-41FB-B287-465A14618343}" type="parTrans" cxnId="{74F51916-05F9-44EB-B794-5342BFC39110}">
      <dgm:prSet/>
      <dgm:spPr/>
      <dgm:t>
        <a:bodyPr/>
        <a:lstStyle/>
        <a:p>
          <a:endParaRPr lang="en-US"/>
        </a:p>
      </dgm:t>
    </dgm:pt>
    <dgm:pt modelId="{73179853-F20A-4C31-A4C7-2977BFEA1CDE}" type="sibTrans" cxnId="{74F51916-05F9-44EB-B794-5342BFC39110}">
      <dgm:prSet/>
      <dgm:spPr/>
      <dgm:t>
        <a:bodyPr/>
        <a:lstStyle/>
        <a:p>
          <a:endParaRPr lang="en-US"/>
        </a:p>
      </dgm:t>
    </dgm:pt>
    <dgm:pt modelId="{E11D26CA-EB99-472E-9E85-73976AE2C0DF}">
      <dgm:prSet/>
      <dgm:spPr/>
      <dgm:t>
        <a:bodyPr/>
        <a:lstStyle/>
        <a:p>
          <a:r>
            <a:rPr lang="ro-RO" noProof="0" dirty="0"/>
            <a:t>Asigura </a:t>
          </a:r>
          <a:r>
            <a:rPr lang="ro-RO" b="1" noProof="0" dirty="0"/>
            <a:t>izolarea completa</a:t>
          </a:r>
          <a:r>
            <a:rPr lang="ro-RO" noProof="0" dirty="0"/>
            <a:t> a datelor intre utilizatori diferiti.</a:t>
          </a:r>
        </a:p>
      </dgm:t>
    </dgm:pt>
    <dgm:pt modelId="{232177E3-65B0-4168-A514-B664AF5965A2}" type="parTrans" cxnId="{FFE68133-6F00-4F66-AAF0-09CCBB33213C}">
      <dgm:prSet/>
      <dgm:spPr/>
      <dgm:t>
        <a:bodyPr/>
        <a:lstStyle/>
        <a:p>
          <a:endParaRPr lang="en-US"/>
        </a:p>
      </dgm:t>
    </dgm:pt>
    <dgm:pt modelId="{6E8BE12D-B975-40BB-B70A-306186428A19}" type="sibTrans" cxnId="{FFE68133-6F00-4F66-AAF0-09CCBB33213C}">
      <dgm:prSet/>
      <dgm:spPr/>
      <dgm:t>
        <a:bodyPr/>
        <a:lstStyle/>
        <a:p>
          <a:endParaRPr lang="en-US"/>
        </a:p>
      </dgm:t>
    </dgm:pt>
    <dgm:pt modelId="{DA3A2968-9050-4731-A153-802B8C005FE7}">
      <dgm:prSet/>
      <dgm:spPr/>
      <dgm:t>
        <a:bodyPr/>
        <a:lstStyle/>
        <a:p>
          <a:r>
            <a:rPr lang="ro-RO" b="1" noProof="0" dirty="0"/>
            <a:t>Structura documentului (JSON)</a:t>
          </a:r>
          <a:r>
            <a:rPr lang="ro-RO" noProof="0" dirty="0"/>
            <a:t>:</a:t>
          </a:r>
        </a:p>
      </dgm:t>
    </dgm:pt>
    <dgm:pt modelId="{414619A1-F881-4A37-B822-99A2C6B5450E}" type="parTrans" cxnId="{1D0A8B1E-D2A0-490A-9537-34780C03ADBA}">
      <dgm:prSet/>
      <dgm:spPr/>
      <dgm:t>
        <a:bodyPr/>
        <a:lstStyle/>
        <a:p>
          <a:endParaRPr lang="en-US"/>
        </a:p>
      </dgm:t>
    </dgm:pt>
    <dgm:pt modelId="{F7AA5EBB-14F0-479A-9DCC-D10482DEADC0}" type="sibTrans" cxnId="{1D0A8B1E-D2A0-490A-9537-34780C03ADBA}">
      <dgm:prSet/>
      <dgm:spPr/>
      <dgm:t>
        <a:bodyPr/>
        <a:lstStyle/>
        <a:p>
          <a:endParaRPr lang="en-US"/>
        </a:p>
      </dgm:t>
    </dgm:pt>
    <dgm:pt modelId="{5FF6532A-6470-497E-8A3C-D94D6AA046E3}">
      <dgm:prSet/>
      <dgm:spPr/>
      <dgm:t>
        <a:bodyPr/>
        <a:lstStyle/>
        <a:p>
          <a:r>
            <a:rPr lang="ro-RO" noProof="0" dirty="0"/>
            <a:t>Stocam role (user/AI), content, timestamp, agentName.</a:t>
          </a:r>
        </a:p>
      </dgm:t>
    </dgm:pt>
    <dgm:pt modelId="{4C00809A-7A09-4F0B-8320-014F29097C23}" type="parTrans" cxnId="{06E3928F-0D2B-4761-A8A4-3FB6C2AB3889}">
      <dgm:prSet/>
      <dgm:spPr/>
      <dgm:t>
        <a:bodyPr/>
        <a:lstStyle/>
        <a:p>
          <a:endParaRPr lang="en-US"/>
        </a:p>
      </dgm:t>
    </dgm:pt>
    <dgm:pt modelId="{59A98CBA-A94B-425A-B381-CAB600ACB908}" type="sibTrans" cxnId="{06E3928F-0D2B-4761-A8A4-3FB6C2AB3889}">
      <dgm:prSet/>
      <dgm:spPr/>
      <dgm:t>
        <a:bodyPr/>
        <a:lstStyle/>
        <a:p>
          <a:endParaRPr lang="en-US"/>
        </a:p>
      </dgm:t>
    </dgm:pt>
    <dgm:pt modelId="{CA9449E4-90CF-406C-A615-7CA23F78CA62}">
      <dgm:prSet/>
      <dgm:spPr/>
      <dgm:t>
        <a:bodyPr/>
        <a:lstStyle/>
        <a:p>
          <a:r>
            <a:rPr lang="ro-RO" b="1" noProof="0" dirty="0"/>
            <a:t>SDK</a:t>
          </a:r>
          <a:r>
            <a:rPr lang="ro-RO" noProof="0" dirty="0"/>
            <a:t>: Azure Cosmos DB Python SDK.</a:t>
          </a:r>
        </a:p>
      </dgm:t>
    </dgm:pt>
    <dgm:pt modelId="{6F0B4765-66D4-4CC0-9E38-5D0811EAC5C2}" type="parTrans" cxnId="{A9412ECE-AC0E-405C-8FA8-DD231299D819}">
      <dgm:prSet/>
      <dgm:spPr/>
      <dgm:t>
        <a:bodyPr/>
        <a:lstStyle/>
        <a:p>
          <a:endParaRPr lang="en-US"/>
        </a:p>
      </dgm:t>
    </dgm:pt>
    <dgm:pt modelId="{A7BD4D9E-8364-4786-840F-ABEE8FC2753A}" type="sibTrans" cxnId="{A9412ECE-AC0E-405C-8FA8-DD231299D819}">
      <dgm:prSet/>
      <dgm:spPr/>
      <dgm:t>
        <a:bodyPr/>
        <a:lstStyle/>
        <a:p>
          <a:endParaRPr lang="en-US"/>
        </a:p>
      </dgm:t>
    </dgm:pt>
    <dgm:pt modelId="{23F785DA-9851-4137-81AB-EC1573CAB85A}" type="pres">
      <dgm:prSet presAssocID="{6E45B2EF-4189-49C0-A262-511FD3C91C13}" presName="linear" presStyleCnt="0">
        <dgm:presLayoutVars>
          <dgm:dir/>
          <dgm:animLvl val="lvl"/>
          <dgm:resizeHandles val="exact"/>
        </dgm:presLayoutVars>
      </dgm:prSet>
      <dgm:spPr/>
    </dgm:pt>
    <dgm:pt modelId="{8B99E330-C33C-4E2C-A003-C4DDB0CF67DE}" type="pres">
      <dgm:prSet presAssocID="{55BA6BB3-249C-4A88-B45B-73DCD9048EEE}" presName="parentLin" presStyleCnt="0"/>
      <dgm:spPr/>
    </dgm:pt>
    <dgm:pt modelId="{2CD2A511-9673-4DB1-8A78-70B5159FB95A}" type="pres">
      <dgm:prSet presAssocID="{55BA6BB3-249C-4A88-B45B-73DCD9048EEE}" presName="parentLeftMargin" presStyleLbl="node1" presStyleIdx="0" presStyleCnt="2"/>
      <dgm:spPr/>
    </dgm:pt>
    <dgm:pt modelId="{3D35028E-3279-4CC3-9F29-A6940F5501C8}" type="pres">
      <dgm:prSet presAssocID="{55BA6BB3-249C-4A88-B45B-73DCD9048E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20B781B-D7B9-4191-A6AC-3A2EC2ECE660}" type="pres">
      <dgm:prSet presAssocID="{55BA6BB3-249C-4A88-B45B-73DCD9048EEE}" presName="negativeSpace" presStyleCnt="0"/>
      <dgm:spPr/>
    </dgm:pt>
    <dgm:pt modelId="{5EEF548C-7426-41DB-9458-0C3051B0E8E6}" type="pres">
      <dgm:prSet presAssocID="{55BA6BB3-249C-4A88-B45B-73DCD9048EEE}" presName="childText" presStyleLbl="conFgAcc1" presStyleIdx="0" presStyleCnt="2">
        <dgm:presLayoutVars>
          <dgm:bulletEnabled val="1"/>
        </dgm:presLayoutVars>
      </dgm:prSet>
      <dgm:spPr/>
    </dgm:pt>
    <dgm:pt modelId="{542AAD91-9997-45C8-B2A6-F911434E0D91}" type="pres">
      <dgm:prSet presAssocID="{08D698D2-44C6-4114-AA34-06682DEA3671}" presName="spaceBetweenRectangles" presStyleCnt="0"/>
      <dgm:spPr/>
    </dgm:pt>
    <dgm:pt modelId="{4F8827C6-8C31-4089-BD16-55E556555EB0}" type="pres">
      <dgm:prSet presAssocID="{DA3A2968-9050-4731-A153-802B8C005FE7}" presName="parentLin" presStyleCnt="0"/>
      <dgm:spPr/>
    </dgm:pt>
    <dgm:pt modelId="{0C0882E7-17DB-4536-8699-CBDF6C4547EE}" type="pres">
      <dgm:prSet presAssocID="{DA3A2968-9050-4731-A153-802B8C005FE7}" presName="parentLeftMargin" presStyleLbl="node1" presStyleIdx="0" presStyleCnt="2"/>
      <dgm:spPr/>
    </dgm:pt>
    <dgm:pt modelId="{C5C9BE4B-6FA9-47E5-AC6A-3B37253C160F}" type="pres">
      <dgm:prSet presAssocID="{DA3A2968-9050-4731-A153-802B8C005F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707D7B-DC04-4F91-B17A-CCB55EE53ACB}" type="pres">
      <dgm:prSet presAssocID="{DA3A2968-9050-4731-A153-802B8C005FE7}" presName="negativeSpace" presStyleCnt="0"/>
      <dgm:spPr/>
    </dgm:pt>
    <dgm:pt modelId="{40CB0D3E-6733-423E-BCAC-7FD7D86A1AB5}" type="pres">
      <dgm:prSet presAssocID="{DA3A2968-9050-4731-A153-802B8C005F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EB8310A-6FCE-4CEA-8A8C-EB9169E02AE8}" type="presOf" srcId="{6E45B2EF-4189-49C0-A262-511FD3C91C13}" destId="{23F785DA-9851-4137-81AB-EC1573CAB85A}" srcOrd="0" destOrd="0" presId="urn:microsoft.com/office/officeart/2005/8/layout/list1"/>
    <dgm:cxn modelId="{A582A50C-93BD-420A-82BD-CF8D8E376055}" type="presOf" srcId="{55BA6BB3-249C-4A88-B45B-73DCD9048EEE}" destId="{2CD2A511-9673-4DB1-8A78-70B5159FB95A}" srcOrd="0" destOrd="0" presId="urn:microsoft.com/office/officeart/2005/8/layout/list1"/>
    <dgm:cxn modelId="{74F51916-05F9-44EB-B794-5342BFC39110}" srcId="{55BA6BB3-249C-4A88-B45B-73DCD9048EEE}" destId="{0159365F-4284-486E-951E-B2DCE3D2E48A}" srcOrd="1" destOrd="0" parTransId="{C59FE4B4-4770-41FB-B287-465A14618343}" sibTransId="{73179853-F20A-4C31-A4C7-2977BFEA1CDE}"/>
    <dgm:cxn modelId="{5122EB19-85AD-430E-A798-E05C4C0CC8E3}" srcId="{55BA6BB3-249C-4A88-B45B-73DCD9048EEE}" destId="{2B1055B8-6001-482C-951B-FF10B3182E53}" srcOrd="0" destOrd="0" parTransId="{8AB03ABF-E8CB-452D-92B9-E26086ABD095}" sibTransId="{ECA1530D-1FC3-4902-9554-0902D05E8FC7}"/>
    <dgm:cxn modelId="{1D0A8B1E-D2A0-490A-9537-34780C03ADBA}" srcId="{6E45B2EF-4189-49C0-A262-511FD3C91C13}" destId="{DA3A2968-9050-4731-A153-802B8C005FE7}" srcOrd="1" destOrd="0" parTransId="{414619A1-F881-4A37-B822-99A2C6B5450E}" sibTransId="{F7AA5EBB-14F0-479A-9DCC-D10482DEADC0}"/>
    <dgm:cxn modelId="{5D752227-0C6D-49B6-A24F-E0BCC3C61A30}" type="presOf" srcId="{2B1055B8-6001-482C-951B-FF10B3182E53}" destId="{5EEF548C-7426-41DB-9458-0C3051B0E8E6}" srcOrd="0" destOrd="0" presId="urn:microsoft.com/office/officeart/2005/8/layout/list1"/>
    <dgm:cxn modelId="{FFE68133-6F00-4F66-AAF0-09CCBB33213C}" srcId="{55BA6BB3-249C-4A88-B45B-73DCD9048EEE}" destId="{E11D26CA-EB99-472E-9E85-73976AE2C0DF}" srcOrd="2" destOrd="0" parTransId="{232177E3-65B0-4168-A514-B664AF5965A2}" sibTransId="{6E8BE12D-B975-40BB-B70A-306186428A19}"/>
    <dgm:cxn modelId="{46B3AB44-70EA-4004-B89B-C0D864D7896B}" type="presOf" srcId="{E11D26CA-EB99-472E-9E85-73976AE2C0DF}" destId="{5EEF548C-7426-41DB-9458-0C3051B0E8E6}" srcOrd="0" destOrd="2" presId="urn:microsoft.com/office/officeart/2005/8/layout/list1"/>
    <dgm:cxn modelId="{52132354-2822-449B-8861-CEAF613A74FA}" type="presOf" srcId="{DA3A2968-9050-4731-A153-802B8C005FE7}" destId="{C5C9BE4B-6FA9-47E5-AC6A-3B37253C160F}" srcOrd="1" destOrd="0" presId="urn:microsoft.com/office/officeart/2005/8/layout/list1"/>
    <dgm:cxn modelId="{06E3928F-0D2B-4761-A8A4-3FB6C2AB3889}" srcId="{DA3A2968-9050-4731-A153-802B8C005FE7}" destId="{5FF6532A-6470-497E-8A3C-D94D6AA046E3}" srcOrd="0" destOrd="0" parTransId="{4C00809A-7A09-4F0B-8320-014F29097C23}" sibTransId="{59A98CBA-A94B-425A-B381-CAB600ACB908}"/>
    <dgm:cxn modelId="{CE3BC3A2-D248-48AF-96AF-0667169AC2F5}" type="presOf" srcId="{CA9449E4-90CF-406C-A615-7CA23F78CA62}" destId="{40CB0D3E-6733-423E-BCAC-7FD7D86A1AB5}" srcOrd="0" destOrd="1" presId="urn:microsoft.com/office/officeart/2005/8/layout/list1"/>
    <dgm:cxn modelId="{9061E5B1-3DB4-46B5-89AF-5232B42D4937}" type="presOf" srcId="{0159365F-4284-486E-951E-B2DCE3D2E48A}" destId="{5EEF548C-7426-41DB-9458-0C3051B0E8E6}" srcOrd="0" destOrd="1" presId="urn:microsoft.com/office/officeart/2005/8/layout/list1"/>
    <dgm:cxn modelId="{B50C1DC3-B104-4C1B-A256-C94CFC368FB5}" type="presOf" srcId="{5FF6532A-6470-497E-8A3C-D94D6AA046E3}" destId="{40CB0D3E-6733-423E-BCAC-7FD7D86A1AB5}" srcOrd="0" destOrd="0" presId="urn:microsoft.com/office/officeart/2005/8/layout/list1"/>
    <dgm:cxn modelId="{C1B358CB-BCF7-41FC-BFCC-AE31AA68E728}" type="presOf" srcId="{DA3A2968-9050-4731-A153-802B8C005FE7}" destId="{0C0882E7-17DB-4536-8699-CBDF6C4547EE}" srcOrd="0" destOrd="0" presId="urn:microsoft.com/office/officeart/2005/8/layout/list1"/>
    <dgm:cxn modelId="{A9412ECE-AC0E-405C-8FA8-DD231299D819}" srcId="{DA3A2968-9050-4731-A153-802B8C005FE7}" destId="{CA9449E4-90CF-406C-A615-7CA23F78CA62}" srcOrd="1" destOrd="0" parTransId="{6F0B4765-66D4-4CC0-9E38-5D0811EAC5C2}" sibTransId="{A7BD4D9E-8364-4786-840F-ABEE8FC2753A}"/>
    <dgm:cxn modelId="{7A8B0AF4-0140-4659-BB3A-F48309713703}" type="presOf" srcId="{55BA6BB3-249C-4A88-B45B-73DCD9048EEE}" destId="{3D35028E-3279-4CC3-9F29-A6940F5501C8}" srcOrd="1" destOrd="0" presId="urn:microsoft.com/office/officeart/2005/8/layout/list1"/>
    <dgm:cxn modelId="{9806CFF9-F5D0-4778-990D-B253FD29A7DC}" srcId="{6E45B2EF-4189-49C0-A262-511FD3C91C13}" destId="{55BA6BB3-249C-4A88-B45B-73DCD9048EEE}" srcOrd="0" destOrd="0" parTransId="{56AE2F37-4161-4FAF-8BB4-6229B6B36D75}" sibTransId="{08D698D2-44C6-4114-AA34-06682DEA3671}"/>
    <dgm:cxn modelId="{BDE92E94-2E7A-4708-A44F-53714446D79C}" type="presParOf" srcId="{23F785DA-9851-4137-81AB-EC1573CAB85A}" destId="{8B99E330-C33C-4E2C-A003-C4DDB0CF67DE}" srcOrd="0" destOrd="0" presId="urn:microsoft.com/office/officeart/2005/8/layout/list1"/>
    <dgm:cxn modelId="{32DDCEC5-0432-4A4E-9D8C-61D576E37FC2}" type="presParOf" srcId="{8B99E330-C33C-4E2C-A003-C4DDB0CF67DE}" destId="{2CD2A511-9673-4DB1-8A78-70B5159FB95A}" srcOrd="0" destOrd="0" presId="urn:microsoft.com/office/officeart/2005/8/layout/list1"/>
    <dgm:cxn modelId="{37BB48F0-FCA6-4618-AA6E-B3373A5A2557}" type="presParOf" srcId="{8B99E330-C33C-4E2C-A003-C4DDB0CF67DE}" destId="{3D35028E-3279-4CC3-9F29-A6940F5501C8}" srcOrd="1" destOrd="0" presId="urn:microsoft.com/office/officeart/2005/8/layout/list1"/>
    <dgm:cxn modelId="{3EEB03D4-3D1F-4F9B-9612-E8F1A59A34BE}" type="presParOf" srcId="{23F785DA-9851-4137-81AB-EC1573CAB85A}" destId="{520B781B-D7B9-4191-A6AC-3A2EC2ECE660}" srcOrd="1" destOrd="0" presId="urn:microsoft.com/office/officeart/2005/8/layout/list1"/>
    <dgm:cxn modelId="{05EACD74-7907-47A4-B3DA-686670CC8C56}" type="presParOf" srcId="{23F785DA-9851-4137-81AB-EC1573CAB85A}" destId="{5EEF548C-7426-41DB-9458-0C3051B0E8E6}" srcOrd="2" destOrd="0" presId="urn:microsoft.com/office/officeart/2005/8/layout/list1"/>
    <dgm:cxn modelId="{68FFC0FE-8BC6-4933-A99E-F3B131E97E70}" type="presParOf" srcId="{23F785DA-9851-4137-81AB-EC1573CAB85A}" destId="{542AAD91-9997-45C8-B2A6-F911434E0D91}" srcOrd="3" destOrd="0" presId="urn:microsoft.com/office/officeart/2005/8/layout/list1"/>
    <dgm:cxn modelId="{DE6EE876-6794-4328-9D80-D9DD501DC274}" type="presParOf" srcId="{23F785DA-9851-4137-81AB-EC1573CAB85A}" destId="{4F8827C6-8C31-4089-BD16-55E556555EB0}" srcOrd="4" destOrd="0" presId="urn:microsoft.com/office/officeart/2005/8/layout/list1"/>
    <dgm:cxn modelId="{D1DE85D4-E0D1-4121-9CCE-E49E9B6EEE0D}" type="presParOf" srcId="{4F8827C6-8C31-4089-BD16-55E556555EB0}" destId="{0C0882E7-17DB-4536-8699-CBDF6C4547EE}" srcOrd="0" destOrd="0" presId="urn:microsoft.com/office/officeart/2005/8/layout/list1"/>
    <dgm:cxn modelId="{08A2E1A2-F16B-49AA-93EA-0451EBB35F6D}" type="presParOf" srcId="{4F8827C6-8C31-4089-BD16-55E556555EB0}" destId="{C5C9BE4B-6FA9-47E5-AC6A-3B37253C160F}" srcOrd="1" destOrd="0" presId="urn:microsoft.com/office/officeart/2005/8/layout/list1"/>
    <dgm:cxn modelId="{B941A868-0C50-49BB-BCF3-1CD34C09F4E1}" type="presParOf" srcId="{23F785DA-9851-4137-81AB-EC1573CAB85A}" destId="{B4707D7B-DC04-4F91-B17A-CCB55EE53ACB}" srcOrd="5" destOrd="0" presId="urn:microsoft.com/office/officeart/2005/8/layout/list1"/>
    <dgm:cxn modelId="{31BEE3B8-1328-49BD-BA2D-A0BACC966D4A}" type="presParOf" srcId="{23F785DA-9851-4137-81AB-EC1573CAB85A}" destId="{40CB0D3E-6733-423E-BCAC-7FD7D86A1AB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purl.oclc.org/ooxml/drawingml/diagram" xmlns:a="http://purl.oclc.org/ooxml/drawingml/main">
  <dgm:ptLst>
    <dgm:pt modelId="{8687687E-CBBE-47BB-A7B0-6AE410C55C81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CBCEF8-3ADD-4CCF-9419-75C96BF0117F}">
      <dgm:prSet/>
      <dgm:spPr/>
      <dgm:t>
        <a:bodyPr/>
        <a:lstStyle/>
        <a:p>
          <a:r>
            <a:rPr lang="ro-RO" b="1" noProof="0" dirty="0"/>
            <a:t>Roluri Definite:</a:t>
          </a:r>
          <a:endParaRPr lang="ro-RO" noProof="0" dirty="0"/>
        </a:p>
      </dgm:t>
    </dgm:pt>
    <dgm:pt modelId="{3A5551CB-E628-49B7-A204-8C1260F3F227}" type="parTrans" cxnId="{9A59DE98-7266-4B7E-8EFB-BAE5DE26057A}">
      <dgm:prSet/>
      <dgm:spPr/>
      <dgm:t>
        <a:bodyPr/>
        <a:lstStyle/>
        <a:p>
          <a:endParaRPr lang="en-US"/>
        </a:p>
      </dgm:t>
    </dgm:pt>
    <dgm:pt modelId="{A6BE51DF-B04B-4C82-8A09-917EB7C32E6D}" type="sibTrans" cxnId="{9A59DE98-7266-4B7E-8EFB-BAE5DE26057A}">
      <dgm:prSet/>
      <dgm:spPr/>
      <dgm:t>
        <a:bodyPr/>
        <a:lstStyle/>
        <a:p>
          <a:endParaRPr lang="en-US"/>
        </a:p>
      </dgm:t>
    </dgm:pt>
    <dgm:pt modelId="{BC36D369-9078-4734-A755-C9BFDFA8DA4D}">
      <dgm:prSet/>
      <dgm:spPr/>
      <dgm:t>
        <a:bodyPr/>
        <a:lstStyle/>
        <a:p>
          <a:r>
            <a:rPr lang="ro-RO" b="1" noProof="0" dirty="0"/>
            <a:t>Technical Lead (Planner)</a:t>
          </a:r>
          <a:r>
            <a:rPr lang="ro-RO" noProof="0" dirty="0"/>
            <a:t>: </a:t>
          </a:r>
          <a:r>
            <a:rPr lang="en-US" noProof="0" dirty="0"/>
            <a:t>a</a:t>
          </a:r>
          <a:r>
            <a:rPr lang="ro-RO" noProof="0" dirty="0"/>
            <a:t>nalizeaza cerinta si creeaza planul.</a:t>
          </a:r>
        </a:p>
      </dgm:t>
    </dgm:pt>
    <dgm:pt modelId="{C0FF8F13-F928-4D75-A953-AF0EE0130669}" type="parTrans" cxnId="{0411139A-B65D-44F2-9A55-A536CDE54147}">
      <dgm:prSet/>
      <dgm:spPr/>
      <dgm:t>
        <a:bodyPr/>
        <a:lstStyle/>
        <a:p>
          <a:endParaRPr lang="en-US"/>
        </a:p>
      </dgm:t>
    </dgm:pt>
    <dgm:pt modelId="{5916156B-4C83-4350-AACA-7528CCCCF89C}" type="sibTrans" cxnId="{0411139A-B65D-44F2-9A55-A536CDE54147}">
      <dgm:prSet/>
      <dgm:spPr/>
      <dgm:t>
        <a:bodyPr/>
        <a:lstStyle/>
        <a:p>
          <a:endParaRPr lang="en-US"/>
        </a:p>
      </dgm:t>
    </dgm:pt>
    <dgm:pt modelId="{35F6D730-F436-47C3-A5EC-02F80E859209}">
      <dgm:prSet/>
      <dgm:spPr/>
      <dgm:t>
        <a:bodyPr/>
        <a:lstStyle/>
        <a:p>
          <a:r>
            <a:rPr lang="ro-RO" b="1" noProof="0" dirty="0"/>
            <a:t>Senior Developer (Executant)</a:t>
          </a:r>
          <a:r>
            <a:rPr lang="ro-RO" noProof="0" dirty="0"/>
            <a:t>: </a:t>
          </a:r>
          <a:r>
            <a:rPr lang="en-US" noProof="0" dirty="0"/>
            <a:t>s</a:t>
          </a:r>
          <a:r>
            <a:rPr lang="ro-RO" noProof="0" dirty="0"/>
            <a:t>crie codul pe baza planului.</a:t>
          </a:r>
        </a:p>
      </dgm:t>
    </dgm:pt>
    <dgm:pt modelId="{7908CE1E-F0CB-487B-BE6F-F86D241DA512}" type="parTrans" cxnId="{FBB9F374-A6FA-4840-8D75-D36EF059EEC8}">
      <dgm:prSet/>
      <dgm:spPr/>
      <dgm:t>
        <a:bodyPr/>
        <a:lstStyle/>
        <a:p>
          <a:endParaRPr lang="en-US"/>
        </a:p>
      </dgm:t>
    </dgm:pt>
    <dgm:pt modelId="{FC556D63-7225-40A1-9C02-41C0D4B42885}" type="sibTrans" cxnId="{FBB9F374-A6FA-4840-8D75-D36EF059EEC8}">
      <dgm:prSet/>
      <dgm:spPr/>
      <dgm:t>
        <a:bodyPr/>
        <a:lstStyle/>
        <a:p>
          <a:endParaRPr lang="en-US"/>
        </a:p>
      </dgm:t>
    </dgm:pt>
    <dgm:pt modelId="{92D30C8D-5844-4B31-858E-7088217E3B6A}">
      <dgm:prSet/>
      <dgm:spPr/>
      <dgm:t>
        <a:bodyPr/>
        <a:lstStyle/>
        <a:p>
          <a:r>
            <a:rPr lang="ro-RO" b="1" noProof="0" dirty="0"/>
            <a:t>Handoff (Predare stafeta)</a:t>
          </a:r>
          <a:r>
            <a:rPr lang="ro-RO" noProof="0" dirty="0"/>
            <a:t>:</a:t>
          </a:r>
        </a:p>
      </dgm:t>
    </dgm:pt>
    <dgm:pt modelId="{EAB3B82D-8747-44F8-A18D-5E49F1928F33}" type="parTrans" cxnId="{25052796-FFF4-4690-A2E6-3875BF0EDEFE}">
      <dgm:prSet/>
      <dgm:spPr/>
      <dgm:t>
        <a:bodyPr/>
        <a:lstStyle/>
        <a:p>
          <a:endParaRPr lang="en-US"/>
        </a:p>
      </dgm:t>
    </dgm:pt>
    <dgm:pt modelId="{8CC85702-FCCD-402D-81EE-05634D1B6EF3}" type="sibTrans" cxnId="{25052796-FFF4-4690-A2E6-3875BF0EDEFE}">
      <dgm:prSet/>
      <dgm:spPr/>
      <dgm:t>
        <a:bodyPr/>
        <a:lstStyle/>
        <a:p>
          <a:endParaRPr lang="en-US"/>
        </a:p>
      </dgm:t>
    </dgm:pt>
    <dgm:pt modelId="{5876E7F9-E54D-4C78-BA1A-F02DDEF24066}">
      <dgm:prSet/>
      <dgm:spPr/>
      <dgm:t>
        <a:bodyPr/>
        <a:lstStyle/>
        <a:p>
          <a:r>
            <a:rPr lang="ro-RO" noProof="0" dirty="0"/>
            <a:t>Comanda /switch schimba doar "Personalitatea" (System Prompt).</a:t>
          </a:r>
        </a:p>
      </dgm:t>
    </dgm:pt>
    <dgm:pt modelId="{F00B0774-107A-47ED-8E96-DC5838B6949B}" type="parTrans" cxnId="{5CFC75F5-13B3-4FC2-91D2-2903E785D08D}">
      <dgm:prSet/>
      <dgm:spPr/>
      <dgm:t>
        <a:bodyPr/>
        <a:lstStyle/>
        <a:p>
          <a:endParaRPr lang="en-US"/>
        </a:p>
      </dgm:t>
    </dgm:pt>
    <dgm:pt modelId="{DE00DE83-04EE-4940-ADDC-1F1553D1038A}" type="sibTrans" cxnId="{5CFC75F5-13B3-4FC2-91D2-2903E785D08D}">
      <dgm:prSet/>
      <dgm:spPr/>
      <dgm:t>
        <a:bodyPr/>
        <a:lstStyle/>
        <a:p>
          <a:endParaRPr lang="en-US"/>
        </a:p>
      </dgm:t>
    </dgm:pt>
    <dgm:pt modelId="{E32A7F28-6CDE-4E81-835E-159ABE04EBE0}">
      <dgm:prSet/>
      <dgm:spPr/>
      <dgm:t>
        <a:bodyPr/>
        <a:lstStyle/>
        <a:p>
          <a:r>
            <a:rPr lang="ro-RO" noProof="0" dirty="0"/>
            <a:t>Arhitectura </a:t>
          </a:r>
          <a:r>
            <a:rPr lang="ro-RO" b="1" noProof="0" dirty="0"/>
            <a:t>Shared State</a:t>
          </a:r>
          <a:r>
            <a:rPr lang="ro-RO" noProof="0" dirty="0"/>
            <a:t>:</a:t>
          </a:r>
        </a:p>
      </dgm:t>
    </dgm:pt>
    <dgm:pt modelId="{A49EB056-76A9-4F45-8BC7-718A4A7220AA}" type="parTrans" cxnId="{056B1A88-DF6B-4A13-AEC9-66162C9A04FE}">
      <dgm:prSet/>
      <dgm:spPr/>
      <dgm:t>
        <a:bodyPr/>
        <a:lstStyle/>
        <a:p>
          <a:endParaRPr lang="en-US"/>
        </a:p>
      </dgm:t>
    </dgm:pt>
    <dgm:pt modelId="{5A5BC705-2530-4AC5-892F-14228D59E15F}" type="sibTrans" cxnId="{056B1A88-DF6B-4A13-AEC9-66162C9A04FE}">
      <dgm:prSet/>
      <dgm:spPr/>
      <dgm:t>
        <a:bodyPr/>
        <a:lstStyle/>
        <a:p>
          <a:endParaRPr lang="en-US"/>
        </a:p>
      </dgm:t>
    </dgm:pt>
    <dgm:pt modelId="{5DBF2C28-2153-4193-9A7C-F46F1896B121}">
      <dgm:prSet/>
      <dgm:spPr/>
      <dgm:t>
        <a:bodyPr/>
        <a:lstStyle/>
        <a:p>
          <a:r>
            <a:rPr lang="ro-RO" b="1" noProof="0" dirty="0"/>
            <a:t>Memoria ramane comuna</a:t>
          </a:r>
          <a:r>
            <a:rPr lang="ro-RO" noProof="0" dirty="0"/>
            <a:t>: Developer-ul "vede" ce a discutat User-ul cu Planner-ul, fara a fi nevoie de o comunicare directa intre agenti.</a:t>
          </a:r>
        </a:p>
      </dgm:t>
    </dgm:pt>
    <dgm:pt modelId="{7D07BD78-1CB0-44CC-B4A6-FDAFECB5A467}" type="parTrans" cxnId="{B39DB685-ACA4-4EB2-8ED7-8CB43E821E40}">
      <dgm:prSet/>
      <dgm:spPr/>
      <dgm:t>
        <a:bodyPr/>
        <a:lstStyle/>
        <a:p>
          <a:endParaRPr lang="en-US"/>
        </a:p>
      </dgm:t>
    </dgm:pt>
    <dgm:pt modelId="{3A2E3177-788F-4DF4-AD8A-D7ACCB0738F0}" type="sibTrans" cxnId="{B39DB685-ACA4-4EB2-8ED7-8CB43E821E40}">
      <dgm:prSet/>
      <dgm:spPr/>
      <dgm:t>
        <a:bodyPr/>
        <a:lstStyle/>
        <a:p>
          <a:endParaRPr lang="en-US"/>
        </a:p>
      </dgm:t>
    </dgm:pt>
    <dgm:pt modelId="{41743063-AF0A-4954-983E-51C485C23CD6}" type="pres">
      <dgm:prSet presAssocID="{8687687E-CBBE-47BB-A7B0-6AE410C55C81}" presName="linear" presStyleCnt="0">
        <dgm:presLayoutVars>
          <dgm:dir/>
          <dgm:animLvl val="lvl"/>
          <dgm:resizeHandles val="exact"/>
        </dgm:presLayoutVars>
      </dgm:prSet>
      <dgm:spPr/>
    </dgm:pt>
    <dgm:pt modelId="{ABC298FD-1D89-4F80-87FE-26493BA8262D}" type="pres">
      <dgm:prSet presAssocID="{41CBCEF8-3ADD-4CCF-9419-75C96BF0117F}" presName="parentLin" presStyleCnt="0"/>
      <dgm:spPr/>
    </dgm:pt>
    <dgm:pt modelId="{08199136-842E-49EB-B205-3D0966209D56}" type="pres">
      <dgm:prSet presAssocID="{41CBCEF8-3ADD-4CCF-9419-75C96BF0117F}" presName="parentLeftMargin" presStyleLbl="node1" presStyleIdx="0" presStyleCnt="3"/>
      <dgm:spPr/>
    </dgm:pt>
    <dgm:pt modelId="{988F3462-A8FE-4A73-A213-90A0DDFC1E2D}" type="pres">
      <dgm:prSet presAssocID="{41CBCEF8-3ADD-4CCF-9419-75C96BF0117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13C3B7-274B-4723-A30F-B6AEEDE95D06}" type="pres">
      <dgm:prSet presAssocID="{41CBCEF8-3ADD-4CCF-9419-75C96BF0117F}" presName="negativeSpace" presStyleCnt="0"/>
      <dgm:spPr/>
    </dgm:pt>
    <dgm:pt modelId="{11D9E3FC-FDA4-4E91-B166-851C86A4FBFC}" type="pres">
      <dgm:prSet presAssocID="{41CBCEF8-3ADD-4CCF-9419-75C96BF0117F}" presName="childText" presStyleLbl="conFgAcc1" presStyleIdx="0" presStyleCnt="3">
        <dgm:presLayoutVars>
          <dgm:bulletEnabled val="1"/>
        </dgm:presLayoutVars>
      </dgm:prSet>
      <dgm:spPr/>
    </dgm:pt>
    <dgm:pt modelId="{5E36B43F-ECE6-460B-9660-B67F28831F10}" type="pres">
      <dgm:prSet presAssocID="{A6BE51DF-B04B-4C82-8A09-917EB7C32E6D}" presName="spaceBetweenRectangles" presStyleCnt="0"/>
      <dgm:spPr/>
    </dgm:pt>
    <dgm:pt modelId="{0A7322F2-4FB9-4666-BD88-15B4384D4986}" type="pres">
      <dgm:prSet presAssocID="{92D30C8D-5844-4B31-858E-7088217E3B6A}" presName="parentLin" presStyleCnt="0"/>
      <dgm:spPr/>
    </dgm:pt>
    <dgm:pt modelId="{1DCC66C9-3372-435A-BDCE-D52C1074B530}" type="pres">
      <dgm:prSet presAssocID="{92D30C8D-5844-4B31-858E-7088217E3B6A}" presName="parentLeftMargin" presStyleLbl="node1" presStyleIdx="0" presStyleCnt="3"/>
      <dgm:spPr/>
    </dgm:pt>
    <dgm:pt modelId="{F8340247-D80A-42DD-832E-4104837EE2B6}" type="pres">
      <dgm:prSet presAssocID="{92D30C8D-5844-4B31-858E-7088217E3B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801910-F3A5-4902-9486-AD2AC7E06A69}" type="pres">
      <dgm:prSet presAssocID="{92D30C8D-5844-4B31-858E-7088217E3B6A}" presName="negativeSpace" presStyleCnt="0"/>
      <dgm:spPr/>
    </dgm:pt>
    <dgm:pt modelId="{C6255F2C-5690-4C34-ACA2-1D5FB6075821}" type="pres">
      <dgm:prSet presAssocID="{92D30C8D-5844-4B31-858E-7088217E3B6A}" presName="childText" presStyleLbl="conFgAcc1" presStyleIdx="1" presStyleCnt="3">
        <dgm:presLayoutVars>
          <dgm:bulletEnabled val="1"/>
        </dgm:presLayoutVars>
      </dgm:prSet>
      <dgm:spPr/>
    </dgm:pt>
    <dgm:pt modelId="{877725CA-F4FF-456B-A713-16A37022CCAE}" type="pres">
      <dgm:prSet presAssocID="{8CC85702-FCCD-402D-81EE-05634D1B6EF3}" presName="spaceBetweenRectangles" presStyleCnt="0"/>
      <dgm:spPr/>
    </dgm:pt>
    <dgm:pt modelId="{423910B1-E5C0-4A60-87D5-855E6D7BEE88}" type="pres">
      <dgm:prSet presAssocID="{E32A7F28-6CDE-4E81-835E-159ABE04EBE0}" presName="parentLin" presStyleCnt="0"/>
      <dgm:spPr/>
    </dgm:pt>
    <dgm:pt modelId="{79D81992-0709-4716-9E7B-87915A1AF994}" type="pres">
      <dgm:prSet presAssocID="{E32A7F28-6CDE-4E81-835E-159ABE04EBE0}" presName="parentLeftMargin" presStyleLbl="node1" presStyleIdx="1" presStyleCnt="3"/>
      <dgm:spPr/>
    </dgm:pt>
    <dgm:pt modelId="{CA9CBA99-F4C8-49F2-BFD2-86A446312E04}" type="pres">
      <dgm:prSet presAssocID="{E32A7F28-6CDE-4E81-835E-159ABE04EBE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C1A4495-7396-4287-8A38-F3E641C6D5AA}" type="pres">
      <dgm:prSet presAssocID="{E32A7F28-6CDE-4E81-835E-159ABE04EBE0}" presName="negativeSpace" presStyleCnt="0"/>
      <dgm:spPr/>
    </dgm:pt>
    <dgm:pt modelId="{C4A03273-B591-4285-B19F-F15DE9BD184C}" type="pres">
      <dgm:prSet presAssocID="{E32A7F28-6CDE-4E81-835E-159ABE04EBE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1178B0A-94C9-4A72-A70F-90413AFBC22E}" type="presOf" srcId="{E32A7F28-6CDE-4E81-835E-159ABE04EBE0}" destId="{79D81992-0709-4716-9E7B-87915A1AF994}" srcOrd="0" destOrd="0" presId="urn:microsoft.com/office/officeart/2005/8/layout/list1"/>
    <dgm:cxn modelId="{5D217437-BF92-4DDC-A7BA-99250C552D85}" type="presOf" srcId="{BC36D369-9078-4734-A755-C9BFDFA8DA4D}" destId="{11D9E3FC-FDA4-4E91-B166-851C86A4FBFC}" srcOrd="0" destOrd="0" presId="urn:microsoft.com/office/officeart/2005/8/layout/list1"/>
    <dgm:cxn modelId="{9A915345-9EDA-4583-9DAD-67C07CA97AD1}" type="presOf" srcId="{5DBF2C28-2153-4193-9A7C-F46F1896B121}" destId="{C4A03273-B591-4285-B19F-F15DE9BD184C}" srcOrd="0" destOrd="0" presId="urn:microsoft.com/office/officeart/2005/8/layout/list1"/>
    <dgm:cxn modelId="{FBB9F374-A6FA-4840-8D75-D36EF059EEC8}" srcId="{41CBCEF8-3ADD-4CCF-9419-75C96BF0117F}" destId="{35F6D730-F436-47C3-A5EC-02F80E859209}" srcOrd="1" destOrd="0" parTransId="{7908CE1E-F0CB-487B-BE6F-F86D241DA512}" sibTransId="{FC556D63-7225-40A1-9C02-41C0D4B42885}"/>
    <dgm:cxn modelId="{EAFADF58-8DD6-437F-836D-B452A0985FB1}" type="presOf" srcId="{92D30C8D-5844-4B31-858E-7088217E3B6A}" destId="{F8340247-D80A-42DD-832E-4104837EE2B6}" srcOrd="1" destOrd="0" presId="urn:microsoft.com/office/officeart/2005/8/layout/list1"/>
    <dgm:cxn modelId="{BDF47785-DFAE-4A8F-958F-71074C1B33CC}" type="presOf" srcId="{E32A7F28-6CDE-4E81-835E-159ABE04EBE0}" destId="{CA9CBA99-F4C8-49F2-BFD2-86A446312E04}" srcOrd="1" destOrd="0" presId="urn:microsoft.com/office/officeart/2005/8/layout/list1"/>
    <dgm:cxn modelId="{B39DB685-ACA4-4EB2-8ED7-8CB43E821E40}" srcId="{E32A7F28-6CDE-4E81-835E-159ABE04EBE0}" destId="{5DBF2C28-2153-4193-9A7C-F46F1896B121}" srcOrd="0" destOrd="0" parTransId="{7D07BD78-1CB0-44CC-B4A6-FDAFECB5A467}" sibTransId="{3A2E3177-788F-4DF4-AD8A-D7ACCB0738F0}"/>
    <dgm:cxn modelId="{056B1A88-DF6B-4A13-AEC9-66162C9A04FE}" srcId="{8687687E-CBBE-47BB-A7B0-6AE410C55C81}" destId="{E32A7F28-6CDE-4E81-835E-159ABE04EBE0}" srcOrd="2" destOrd="0" parTransId="{A49EB056-76A9-4F45-8BC7-718A4A7220AA}" sibTransId="{5A5BC705-2530-4AC5-892F-14228D59E15F}"/>
    <dgm:cxn modelId="{25052796-FFF4-4690-A2E6-3875BF0EDEFE}" srcId="{8687687E-CBBE-47BB-A7B0-6AE410C55C81}" destId="{92D30C8D-5844-4B31-858E-7088217E3B6A}" srcOrd="1" destOrd="0" parTransId="{EAB3B82D-8747-44F8-A18D-5E49F1928F33}" sibTransId="{8CC85702-FCCD-402D-81EE-05634D1B6EF3}"/>
    <dgm:cxn modelId="{9A59DE98-7266-4B7E-8EFB-BAE5DE26057A}" srcId="{8687687E-CBBE-47BB-A7B0-6AE410C55C81}" destId="{41CBCEF8-3ADD-4CCF-9419-75C96BF0117F}" srcOrd="0" destOrd="0" parTransId="{3A5551CB-E628-49B7-A204-8C1260F3F227}" sibTransId="{A6BE51DF-B04B-4C82-8A09-917EB7C32E6D}"/>
    <dgm:cxn modelId="{76178099-4673-48BC-A1A1-871787E59668}" type="presOf" srcId="{5876E7F9-E54D-4C78-BA1A-F02DDEF24066}" destId="{C6255F2C-5690-4C34-ACA2-1D5FB6075821}" srcOrd="0" destOrd="0" presId="urn:microsoft.com/office/officeart/2005/8/layout/list1"/>
    <dgm:cxn modelId="{0411139A-B65D-44F2-9A55-A536CDE54147}" srcId="{41CBCEF8-3ADD-4CCF-9419-75C96BF0117F}" destId="{BC36D369-9078-4734-A755-C9BFDFA8DA4D}" srcOrd="0" destOrd="0" parTransId="{C0FF8F13-F928-4D75-A953-AF0EE0130669}" sibTransId="{5916156B-4C83-4350-AACA-7528CCCCF89C}"/>
    <dgm:cxn modelId="{C86CEFA2-8567-4F11-B7AE-2A8197984CE1}" type="presOf" srcId="{92D30C8D-5844-4B31-858E-7088217E3B6A}" destId="{1DCC66C9-3372-435A-BDCE-D52C1074B530}" srcOrd="0" destOrd="0" presId="urn:microsoft.com/office/officeart/2005/8/layout/list1"/>
    <dgm:cxn modelId="{0BAE60A7-BCF1-4663-B118-BC5AE1B64E03}" type="presOf" srcId="{41CBCEF8-3ADD-4CCF-9419-75C96BF0117F}" destId="{988F3462-A8FE-4A73-A213-90A0DDFC1E2D}" srcOrd="1" destOrd="0" presId="urn:microsoft.com/office/officeart/2005/8/layout/list1"/>
    <dgm:cxn modelId="{485902AE-D7D5-444F-A870-958CE77AA21E}" type="presOf" srcId="{41CBCEF8-3ADD-4CCF-9419-75C96BF0117F}" destId="{08199136-842E-49EB-B205-3D0966209D56}" srcOrd="0" destOrd="0" presId="urn:microsoft.com/office/officeart/2005/8/layout/list1"/>
    <dgm:cxn modelId="{BF438BB2-78C4-496B-8252-542A76D4FE96}" type="presOf" srcId="{8687687E-CBBE-47BB-A7B0-6AE410C55C81}" destId="{41743063-AF0A-4954-983E-51C485C23CD6}" srcOrd="0" destOrd="0" presId="urn:microsoft.com/office/officeart/2005/8/layout/list1"/>
    <dgm:cxn modelId="{7EE5F5E5-6395-44F0-A809-13C03083C574}" type="presOf" srcId="{35F6D730-F436-47C3-A5EC-02F80E859209}" destId="{11D9E3FC-FDA4-4E91-B166-851C86A4FBFC}" srcOrd="0" destOrd="1" presId="urn:microsoft.com/office/officeart/2005/8/layout/list1"/>
    <dgm:cxn modelId="{5CFC75F5-13B3-4FC2-91D2-2903E785D08D}" srcId="{92D30C8D-5844-4B31-858E-7088217E3B6A}" destId="{5876E7F9-E54D-4C78-BA1A-F02DDEF24066}" srcOrd="0" destOrd="0" parTransId="{F00B0774-107A-47ED-8E96-DC5838B6949B}" sibTransId="{DE00DE83-04EE-4940-ADDC-1F1553D1038A}"/>
    <dgm:cxn modelId="{E3E673E7-A1D1-4787-850D-6EAF9481CC56}" type="presParOf" srcId="{41743063-AF0A-4954-983E-51C485C23CD6}" destId="{ABC298FD-1D89-4F80-87FE-26493BA8262D}" srcOrd="0" destOrd="0" presId="urn:microsoft.com/office/officeart/2005/8/layout/list1"/>
    <dgm:cxn modelId="{B5D09B11-A1B2-49BE-97C1-6297F428203B}" type="presParOf" srcId="{ABC298FD-1D89-4F80-87FE-26493BA8262D}" destId="{08199136-842E-49EB-B205-3D0966209D56}" srcOrd="0" destOrd="0" presId="urn:microsoft.com/office/officeart/2005/8/layout/list1"/>
    <dgm:cxn modelId="{060442B5-B525-4F8E-84DE-5C471448E895}" type="presParOf" srcId="{ABC298FD-1D89-4F80-87FE-26493BA8262D}" destId="{988F3462-A8FE-4A73-A213-90A0DDFC1E2D}" srcOrd="1" destOrd="0" presId="urn:microsoft.com/office/officeart/2005/8/layout/list1"/>
    <dgm:cxn modelId="{7012471F-900B-456B-92D7-BD62B9BC3337}" type="presParOf" srcId="{41743063-AF0A-4954-983E-51C485C23CD6}" destId="{F513C3B7-274B-4723-A30F-B6AEEDE95D06}" srcOrd="1" destOrd="0" presId="urn:microsoft.com/office/officeart/2005/8/layout/list1"/>
    <dgm:cxn modelId="{559A69B0-B8F8-452A-B4A0-941B4C5A8572}" type="presParOf" srcId="{41743063-AF0A-4954-983E-51C485C23CD6}" destId="{11D9E3FC-FDA4-4E91-B166-851C86A4FBFC}" srcOrd="2" destOrd="0" presId="urn:microsoft.com/office/officeart/2005/8/layout/list1"/>
    <dgm:cxn modelId="{CB260046-7CD7-43C1-ABB9-6D2E54276203}" type="presParOf" srcId="{41743063-AF0A-4954-983E-51C485C23CD6}" destId="{5E36B43F-ECE6-460B-9660-B67F28831F10}" srcOrd="3" destOrd="0" presId="urn:microsoft.com/office/officeart/2005/8/layout/list1"/>
    <dgm:cxn modelId="{F10B098C-83D1-4715-8FC2-058A5124671D}" type="presParOf" srcId="{41743063-AF0A-4954-983E-51C485C23CD6}" destId="{0A7322F2-4FB9-4666-BD88-15B4384D4986}" srcOrd="4" destOrd="0" presId="urn:microsoft.com/office/officeart/2005/8/layout/list1"/>
    <dgm:cxn modelId="{5AA72CE0-00B7-4266-8766-E3EF380F60BB}" type="presParOf" srcId="{0A7322F2-4FB9-4666-BD88-15B4384D4986}" destId="{1DCC66C9-3372-435A-BDCE-D52C1074B530}" srcOrd="0" destOrd="0" presId="urn:microsoft.com/office/officeart/2005/8/layout/list1"/>
    <dgm:cxn modelId="{6621CB38-6F7E-4A7A-AA00-BF303B60DB28}" type="presParOf" srcId="{0A7322F2-4FB9-4666-BD88-15B4384D4986}" destId="{F8340247-D80A-42DD-832E-4104837EE2B6}" srcOrd="1" destOrd="0" presId="urn:microsoft.com/office/officeart/2005/8/layout/list1"/>
    <dgm:cxn modelId="{901B3763-A048-4CB3-A9D5-09C9F134F866}" type="presParOf" srcId="{41743063-AF0A-4954-983E-51C485C23CD6}" destId="{59801910-F3A5-4902-9486-AD2AC7E06A69}" srcOrd="5" destOrd="0" presId="urn:microsoft.com/office/officeart/2005/8/layout/list1"/>
    <dgm:cxn modelId="{68D4F373-D9DD-49CC-BEAF-AF9B97CE6370}" type="presParOf" srcId="{41743063-AF0A-4954-983E-51C485C23CD6}" destId="{C6255F2C-5690-4C34-ACA2-1D5FB6075821}" srcOrd="6" destOrd="0" presId="urn:microsoft.com/office/officeart/2005/8/layout/list1"/>
    <dgm:cxn modelId="{B3EC0C99-BEC5-4B9E-A567-4F362A9EE2B1}" type="presParOf" srcId="{41743063-AF0A-4954-983E-51C485C23CD6}" destId="{877725CA-F4FF-456B-A713-16A37022CCAE}" srcOrd="7" destOrd="0" presId="urn:microsoft.com/office/officeart/2005/8/layout/list1"/>
    <dgm:cxn modelId="{9FBB53CF-6BA4-4BE6-9F95-ECE86B9F5960}" type="presParOf" srcId="{41743063-AF0A-4954-983E-51C485C23CD6}" destId="{423910B1-E5C0-4A60-87D5-855E6D7BEE88}" srcOrd="8" destOrd="0" presId="urn:microsoft.com/office/officeart/2005/8/layout/list1"/>
    <dgm:cxn modelId="{7EC302CF-B7C6-4DC8-ACA8-E17CFAB70A84}" type="presParOf" srcId="{423910B1-E5C0-4A60-87D5-855E6D7BEE88}" destId="{79D81992-0709-4716-9E7B-87915A1AF994}" srcOrd="0" destOrd="0" presId="urn:microsoft.com/office/officeart/2005/8/layout/list1"/>
    <dgm:cxn modelId="{52E12E6D-18EF-446A-B070-7EFC8108054F}" type="presParOf" srcId="{423910B1-E5C0-4A60-87D5-855E6D7BEE88}" destId="{CA9CBA99-F4C8-49F2-BFD2-86A446312E04}" srcOrd="1" destOrd="0" presId="urn:microsoft.com/office/officeart/2005/8/layout/list1"/>
    <dgm:cxn modelId="{61CCF776-2E3B-4106-A7F9-3F86E3B3A7FB}" type="presParOf" srcId="{41743063-AF0A-4954-983E-51C485C23CD6}" destId="{DC1A4495-7396-4287-8A38-F3E641C6D5AA}" srcOrd="9" destOrd="0" presId="urn:microsoft.com/office/officeart/2005/8/layout/list1"/>
    <dgm:cxn modelId="{6B5E9B5E-182E-4DDF-AE38-28477F2927F1}" type="presParOf" srcId="{41743063-AF0A-4954-983E-51C485C23CD6}" destId="{C4A03273-B591-4285-B19F-F15DE9BD184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purl.oclc.org/ooxml/drawingml/diagram" xmlns:a="http://purl.oclc.org/ooxml/drawingml/main">
  <dgm:ptLst>
    <dgm:pt modelId="{5D70007C-9055-43DB-BA80-35E968904073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85B81F-FDB5-4736-BCCA-902568C758B4}">
      <dgm:prSet/>
      <dgm:spPr/>
      <dgm:t>
        <a:bodyPr/>
        <a:lstStyle/>
        <a:p>
          <a:r>
            <a:rPr lang="ro-RO" b="1" noProof="0" dirty="0"/>
            <a:t>Problema</a:t>
          </a:r>
          <a:r>
            <a:rPr lang="ro-RO" noProof="0" dirty="0"/>
            <a:t>: daca memoria devine prea mare sau contine erori, agentul se blocheaza in bucle gresite.</a:t>
          </a:r>
        </a:p>
      </dgm:t>
    </dgm:pt>
    <dgm:pt modelId="{ED1D179C-EE02-4A14-837A-DB96B61D063F}" type="parTrans" cxnId="{A5A412BD-09A2-489F-BF6F-5A761EA6F2E2}">
      <dgm:prSet/>
      <dgm:spPr/>
      <dgm:t>
        <a:bodyPr/>
        <a:lstStyle/>
        <a:p>
          <a:endParaRPr lang="en-US"/>
        </a:p>
      </dgm:t>
    </dgm:pt>
    <dgm:pt modelId="{8CEAB6F3-7232-413D-9E12-01857AD88F5A}" type="sibTrans" cxnId="{A5A412BD-09A2-489F-BF6F-5A761EA6F2E2}">
      <dgm:prSet/>
      <dgm:spPr/>
      <dgm:t>
        <a:bodyPr/>
        <a:lstStyle/>
        <a:p>
          <a:endParaRPr lang="en-US"/>
        </a:p>
      </dgm:t>
    </dgm:pt>
    <dgm:pt modelId="{5BE36B11-DAD4-4BF7-8F06-4B800AEAA4E9}">
      <dgm:prSet/>
      <dgm:spPr/>
      <dgm:t>
        <a:bodyPr/>
        <a:lstStyle/>
        <a:p>
          <a:r>
            <a:rPr lang="ro-RO" b="1" noProof="0" dirty="0"/>
            <a:t>Solutia</a:t>
          </a:r>
          <a:r>
            <a:rPr lang="ro-RO" noProof="0" dirty="0"/>
            <a:t>: Comanda /clean.</a:t>
          </a:r>
        </a:p>
      </dgm:t>
    </dgm:pt>
    <dgm:pt modelId="{CE161C5C-DD59-4B92-BDB7-C528CAD66968}" type="parTrans" cxnId="{14C9EB71-8E17-4EC4-B0F5-A86548B182AC}">
      <dgm:prSet/>
      <dgm:spPr/>
      <dgm:t>
        <a:bodyPr/>
        <a:lstStyle/>
        <a:p>
          <a:endParaRPr lang="en-US"/>
        </a:p>
      </dgm:t>
    </dgm:pt>
    <dgm:pt modelId="{58409E8A-0444-42B3-AF36-4D5ED65EFFA0}" type="sibTrans" cxnId="{14C9EB71-8E17-4EC4-B0F5-A86548B182AC}">
      <dgm:prSet/>
      <dgm:spPr/>
      <dgm:t>
        <a:bodyPr/>
        <a:lstStyle/>
        <a:p>
          <a:endParaRPr lang="en-US"/>
        </a:p>
      </dgm:t>
    </dgm:pt>
    <dgm:pt modelId="{56837705-508E-4065-94C2-CEB4A0B77EEF}">
      <dgm:prSet/>
      <dgm:spPr/>
      <dgm:t>
        <a:bodyPr/>
        <a:lstStyle/>
        <a:p>
          <a:r>
            <a:rPr lang="ro-RO" noProof="0" dirty="0"/>
            <a:t>sterge fizic documentele asociate sesiunii curente din Cosmos DB.</a:t>
          </a:r>
        </a:p>
      </dgm:t>
    </dgm:pt>
    <dgm:pt modelId="{6DCBC0FD-3F41-4F11-B4F9-3B2B3A4F60E4}" type="parTrans" cxnId="{69341F31-BB83-449F-97DA-05D86D679D58}">
      <dgm:prSet/>
      <dgm:spPr/>
      <dgm:t>
        <a:bodyPr/>
        <a:lstStyle/>
        <a:p>
          <a:endParaRPr lang="en-US"/>
        </a:p>
      </dgm:t>
    </dgm:pt>
    <dgm:pt modelId="{2D3610F6-594F-407E-8E71-BEEDCC366286}" type="sibTrans" cxnId="{69341F31-BB83-449F-97DA-05D86D679D58}">
      <dgm:prSet/>
      <dgm:spPr/>
      <dgm:t>
        <a:bodyPr/>
        <a:lstStyle/>
        <a:p>
          <a:endParaRPr lang="en-US"/>
        </a:p>
      </dgm:t>
    </dgm:pt>
    <dgm:pt modelId="{49C0C985-403E-4FE0-8109-C716A214AAAE}">
      <dgm:prSet/>
      <dgm:spPr/>
      <dgm:t>
        <a:bodyPr/>
        <a:lstStyle/>
        <a:p>
          <a:r>
            <a:rPr lang="ro-RO" noProof="0" dirty="0"/>
            <a:t>permite un "Fresh Start" fara a schimba baza de date.</a:t>
          </a:r>
        </a:p>
      </dgm:t>
    </dgm:pt>
    <dgm:pt modelId="{5E99B490-A254-4EC9-846C-3BAFABD4219C}" type="parTrans" cxnId="{3C1AEA01-5113-425B-9992-A22F44FCDC5B}">
      <dgm:prSet/>
      <dgm:spPr/>
      <dgm:t>
        <a:bodyPr/>
        <a:lstStyle/>
        <a:p>
          <a:endParaRPr lang="en-US"/>
        </a:p>
      </dgm:t>
    </dgm:pt>
    <dgm:pt modelId="{410EA85D-8857-468B-878D-164F03A56F41}" type="sibTrans" cxnId="{3C1AEA01-5113-425B-9992-A22F44FCDC5B}">
      <dgm:prSet/>
      <dgm:spPr/>
      <dgm:t>
        <a:bodyPr/>
        <a:lstStyle/>
        <a:p>
          <a:endParaRPr lang="en-US"/>
        </a:p>
      </dgm:t>
    </dgm:pt>
    <dgm:pt modelId="{12AD7738-D446-464F-8724-31FFEED49DDF}" type="pres">
      <dgm:prSet presAssocID="{5D70007C-9055-43DB-BA80-35E968904073}" presName="Name0" presStyleCnt="0">
        <dgm:presLayoutVars>
          <dgm:dir/>
          <dgm:animLvl val="lvl"/>
          <dgm:resizeHandles val="exact"/>
        </dgm:presLayoutVars>
      </dgm:prSet>
      <dgm:spPr/>
    </dgm:pt>
    <dgm:pt modelId="{074CFF28-A83A-4AAB-A4A0-62780C7217CB}" type="pres">
      <dgm:prSet presAssocID="{5BE36B11-DAD4-4BF7-8F06-4B800AEAA4E9}" presName="boxAndChildren" presStyleCnt="0"/>
      <dgm:spPr/>
    </dgm:pt>
    <dgm:pt modelId="{CDD79E72-CED7-41CA-9BB9-632B5E793272}" type="pres">
      <dgm:prSet presAssocID="{5BE36B11-DAD4-4BF7-8F06-4B800AEAA4E9}" presName="parentTextBox" presStyleLbl="node1" presStyleIdx="0" presStyleCnt="2"/>
      <dgm:spPr/>
    </dgm:pt>
    <dgm:pt modelId="{49FFAF3B-6351-46BB-98A2-D4D0E2AD6E44}" type="pres">
      <dgm:prSet presAssocID="{5BE36B11-DAD4-4BF7-8F06-4B800AEAA4E9}" presName="entireBox" presStyleLbl="node1" presStyleIdx="0" presStyleCnt="2"/>
      <dgm:spPr/>
    </dgm:pt>
    <dgm:pt modelId="{4C1EB983-F008-4DF5-9D99-8667DF0B5581}" type="pres">
      <dgm:prSet presAssocID="{5BE36B11-DAD4-4BF7-8F06-4B800AEAA4E9}" presName="descendantBox" presStyleCnt="0"/>
      <dgm:spPr/>
    </dgm:pt>
    <dgm:pt modelId="{3BB32413-25BC-4E8B-9545-0533D72FDA3E}" type="pres">
      <dgm:prSet presAssocID="{56837705-508E-4065-94C2-CEB4A0B77EEF}" presName="childTextBox" presStyleLbl="fgAccFollowNode1" presStyleIdx="0" presStyleCnt="2">
        <dgm:presLayoutVars>
          <dgm:bulletEnabled val="1"/>
        </dgm:presLayoutVars>
      </dgm:prSet>
      <dgm:spPr/>
    </dgm:pt>
    <dgm:pt modelId="{9394A204-007F-4906-A1B6-4CEF94EB0177}" type="pres">
      <dgm:prSet presAssocID="{49C0C985-403E-4FE0-8109-C716A214AAAE}" presName="childTextBox" presStyleLbl="fgAccFollowNode1" presStyleIdx="1" presStyleCnt="2">
        <dgm:presLayoutVars>
          <dgm:bulletEnabled val="1"/>
        </dgm:presLayoutVars>
      </dgm:prSet>
      <dgm:spPr/>
    </dgm:pt>
    <dgm:pt modelId="{3FB0BEA2-F591-440D-8B10-A9AF3C4230E0}" type="pres">
      <dgm:prSet presAssocID="{8CEAB6F3-7232-413D-9E12-01857AD88F5A}" presName="sp" presStyleCnt="0"/>
      <dgm:spPr/>
    </dgm:pt>
    <dgm:pt modelId="{A99F9BE3-FF7F-4B24-8CFB-FD1AA8BFDC82}" type="pres">
      <dgm:prSet presAssocID="{E185B81F-FDB5-4736-BCCA-902568C758B4}" presName="arrowAndChildren" presStyleCnt="0"/>
      <dgm:spPr/>
    </dgm:pt>
    <dgm:pt modelId="{EE3D8DB2-1025-4052-B27A-CBED50E3EEAB}" type="pres">
      <dgm:prSet presAssocID="{E185B81F-FDB5-4736-BCCA-902568C758B4}" presName="parentTextArrow" presStyleLbl="node1" presStyleIdx="1" presStyleCnt="2"/>
      <dgm:spPr/>
    </dgm:pt>
  </dgm:ptLst>
  <dgm:cxnLst>
    <dgm:cxn modelId="{3C1AEA01-5113-425B-9992-A22F44FCDC5B}" srcId="{5BE36B11-DAD4-4BF7-8F06-4B800AEAA4E9}" destId="{49C0C985-403E-4FE0-8109-C716A214AAAE}" srcOrd="1" destOrd="0" parTransId="{5E99B490-A254-4EC9-846C-3BAFABD4219C}" sibTransId="{410EA85D-8857-468B-878D-164F03A56F41}"/>
    <dgm:cxn modelId="{E50EC909-703A-4456-BB19-9FC78694902C}" type="presOf" srcId="{5BE36B11-DAD4-4BF7-8F06-4B800AEAA4E9}" destId="{49FFAF3B-6351-46BB-98A2-D4D0E2AD6E44}" srcOrd="1" destOrd="0" presId="urn:microsoft.com/office/officeart/2005/8/layout/process4"/>
    <dgm:cxn modelId="{15D93716-8C67-4F42-ABDC-4651D484A7E9}" type="presOf" srcId="{5BE36B11-DAD4-4BF7-8F06-4B800AEAA4E9}" destId="{CDD79E72-CED7-41CA-9BB9-632B5E793272}" srcOrd="0" destOrd="0" presId="urn:microsoft.com/office/officeart/2005/8/layout/process4"/>
    <dgm:cxn modelId="{C0E0EF29-3926-4C76-B83C-D817A162A78D}" type="presOf" srcId="{5D70007C-9055-43DB-BA80-35E968904073}" destId="{12AD7738-D446-464F-8724-31FFEED49DDF}" srcOrd="0" destOrd="0" presId="urn:microsoft.com/office/officeart/2005/8/layout/process4"/>
    <dgm:cxn modelId="{69341F31-BB83-449F-97DA-05D86D679D58}" srcId="{5BE36B11-DAD4-4BF7-8F06-4B800AEAA4E9}" destId="{56837705-508E-4065-94C2-CEB4A0B77EEF}" srcOrd="0" destOrd="0" parTransId="{6DCBC0FD-3F41-4F11-B4F9-3B2B3A4F60E4}" sibTransId="{2D3610F6-594F-407E-8E71-BEEDCC366286}"/>
    <dgm:cxn modelId="{14C9EB71-8E17-4EC4-B0F5-A86548B182AC}" srcId="{5D70007C-9055-43DB-BA80-35E968904073}" destId="{5BE36B11-DAD4-4BF7-8F06-4B800AEAA4E9}" srcOrd="1" destOrd="0" parTransId="{CE161C5C-DD59-4B92-BDB7-C528CAD66968}" sibTransId="{58409E8A-0444-42B3-AF36-4D5ED65EFFA0}"/>
    <dgm:cxn modelId="{A6EAC2A3-D8C9-4C12-A49E-2AEB67C17F35}" type="presOf" srcId="{49C0C985-403E-4FE0-8109-C716A214AAAE}" destId="{9394A204-007F-4906-A1B6-4CEF94EB0177}" srcOrd="0" destOrd="0" presId="urn:microsoft.com/office/officeart/2005/8/layout/process4"/>
    <dgm:cxn modelId="{2BACD1B1-64BC-4B3A-9740-D1EB38C0E4EE}" type="presOf" srcId="{56837705-508E-4065-94C2-CEB4A0B77EEF}" destId="{3BB32413-25BC-4E8B-9545-0533D72FDA3E}" srcOrd="0" destOrd="0" presId="urn:microsoft.com/office/officeart/2005/8/layout/process4"/>
    <dgm:cxn modelId="{A5A412BD-09A2-489F-BF6F-5A761EA6F2E2}" srcId="{5D70007C-9055-43DB-BA80-35E968904073}" destId="{E185B81F-FDB5-4736-BCCA-902568C758B4}" srcOrd="0" destOrd="0" parTransId="{ED1D179C-EE02-4A14-837A-DB96B61D063F}" sibTransId="{8CEAB6F3-7232-413D-9E12-01857AD88F5A}"/>
    <dgm:cxn modelId="{4AB691BF-253C-4B4B-AA17-9467ED48641F}" type="presOf" srcId="{E185B81F-FDB5-4736-BCCA-902568C758B4}" destId="{EE3D8DB2-1025-4052-B27A-CBED50E3EEAB}" srcOrd="0" destOrd="0" presId="urn:microsoft.com/office/officeart/2005/8/layout/process4"/>
    <dgm:cxn modelId="{DDAD4B14-E193-4C7E-9C99-FD89E4A86100}" type="presParOf" srcId="{12AD7738-D446-464F-8724-31FFEED49DDF}" destId="{074CFF28-A83A-4AAB-A4A0-62780C7217CB}" srcOrd="0" destOrd="0" presId="urn:microsoft.com/office/officeart/2005/8/layout/process4"/>
    <dgm:cxn modelId="{43546F9C-9D37-4A20-AE7C-36F1A78BD15E}" type="presParOf" srcId="{074CFF28-A83A-4AAB-A4A0-62780C7217CB}" destId="{CDD79E72-CED7-41CA-9BB9-632B5E793272}" srcOrd="0" destOrd="0" presId="urn:microsoft.com/office/officeart/2005/8/layout/process4"/>
    <dgm:cxn modelId="{EDFB157F-9060-42E4-AA25-E0C91CEDA3C6}" type="presParOf" srcId="{074CFF28-A83A-4AAB-A4A0-62780C7217CB}" destId="{49FFAF3B-6351-46BB-98A2-D4D0E2AD6E44}" srcOrd="1" destOrd="0" presId="urn:microsoft.com/office/officeart/2005/8/layout/process4"/>
    <dgm:cxn modelId="{672FCFBC-1A98-41B7-AC9D-705C59A6DB93}" type="presParOf" srcId="{074CFF28-A83A-4AAB-A4A0-62780C7217CB}" destId="{4C1EB983-F008-4DF5-9D99-8667DF0B5581}" srcOrd="2" destOrd="0" presId="urn:microsoft.com/office/officeart/2005/8/layout/process4"/>
    <dgm:cxn modelId="{7F05EA60-1A2F-436D-B40E-56BBB0E10DBB}" type="presParOf" srcId="{4C1EB983-F008-4DF5-9D99-8667DF0B5581}" destId="{3BB32413-25BC-4E8B-9545-0533D72FDA3E}" srcOrd="0" destOrd="0" presId="urn:microsoft.com/office/officeart/2005/8/layout/process4"/>
    <dgm:cxn modelId="{550CE977-661D-4F49-ABB7-07802054CE30}" type="presParOf" srcId="{4C1EB983-F008-4DF5-9D99-8667DF0B5581}" destId="{9394A204-007F-4906-A1B6-4CEF94EB0177}" srcOrd="1" destOrd="0" presId="urn:microsoft.com/office/officeart/2005/8/layout/process4"/>
    <dgm:cxn modelId="{471F24C3-375E-4E49-9B11-DB1371EA7FD3}" type="presParOf" srcId="{12AD7738-D446-464F-8724-31FFEED49DDF}" destId="{3FB0BEA2-F591-440D-8B10-A9AF3C4230E0}" srcOrd="1" destOrd="0" presId="urn:microsoft.com/office/officeart/2005/8/layout/process4"/>
    <dgm:cxn modelId="{1CA900B1-F257-497E-9D75-5E8FB4E50514}" type="presParOf" srcId="{12AD7738-D446-464F-8724-31FFEED49DDF}" destId="{A99F9BE3-FF7F-4B24-8CFB-FD1AA8BFDC82}" srcOrd="2" destOrd="0" presId="urn:microsoft.com/office/officeart/2005/8/layout/process4"/>
    <dgm:cxn modelId="{7B84FEAC-741D-4F3D-98B2-D15814A6406A}" type="presParOf" srcId="{A99F9BE3-FF7F-4B24-8CFB-FD1AA8BFDC82}" destId="{EE3D8DB2-1025-4052-B27A-CBED50E3EEA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purl.oclc.org/ooxml/drawingml/diagram" xmlns:a="http://purl.oclc.org/ooxml/drawingml/main">
  <dgm:ptLst>
    <dgm:pt modelId="{F480DACA-6838-40B2-9B5A-667F1609882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06FE08F-B4DF-4180-8C29-1964DD06D785}">
      <dgm:prSet/>
      <dgm:spPr/>
      <dgm:t>
        <a:bodyPr/>
        <a:lstStyle/>
        <a:p>
          <a:r>
            <a:rPr lang="ro-RO" noProof="0" dirty="0"/>
            <a:t>Obiectiv demo: testarea capacitatii agentilor de a crea un sistem real de ingestie de date (Data Pipeline).</a:t>
          </a:r>
        </a:p>
      </dgm:t>
    </dgm:pt>
    <dgm:pt modelId="{7580F15D-6C34-4136-87C5-5ABD92511D4C}" type="parTrans" cxnId="{51F24AD4-AEB6-4016-9208-9AED8A8272F6}">
      <dgm:prSet/>
      <dgm:spPr/>
      <dgm:t>
        <a:bodyPr/>
        <a:lstStyle/>
        <a:p>
          <a:endParaRPr lang="en-US"/>
        </a:p>
      </dgm:t>
    </dgm:pt>
    <dgm:pt modelId="{DDE15B0B-47B2-4165-A2F9-A68FFD6B4630}" type="sibTrans" cxnId="{51F24AD4-AEB6-4016-9208-9AED8A8272F6}">
      <dgm:prSet/>
      <dgm:spPr/>
      <dgm:t>
        <a:bodyPr/>
        <a:lstStyle/>
        <a:p>
          <a:endParaRPr lang="en-US"/>
        </a:p>
      </dgm:t>
    </dgm:pt>
    <dgm:pt modelId="{E7E35B54-5B98-4EC6-8F82-A6D77C0FE2AC}">
      <dgm:prSet/>
      <dgm:spPr/>
      <dgm:t>
        <a:bodyPr/>
        <a:lstStyle/>
        <a:p>
          <a:r>
            <a:rPr lang="ro-RO" noProof="0" dirty="0"/>
            <a:t>Rezultatul generat: agentii au proiectat si implementat autonom un script de monitorizare si unul de generare.</a:t>
          </a:r>
        </a:p>
      </dgm:t>
    </dgm:pt>
    <dgm:pt modelId="{40279253-BA7E-40BB-8D3B-4C028B1B45E1}" type="parTrans" cxnId="{724E19BF-1F75-4B94-92D1-4A3EF1558EA5}">
      <dgm:prSet/>
      <dgm:spPr/>
      <dgm:t>
        <a:bodyPr/>
        <a:lstStyle/>
        <a:p>
          <a:endParaRPr lang="en-US"/>
        </a:p>
      </dgm:t>
    </dgm:pt>
    <dgm:pt modelId="{DDB8447F-8A7C-4DA5-919A-B01E5C9F7030}" type="sibTrans" cxnId="{724E19BF-1F75-4B94-92D1-4A3EF1558EA5}">
      <dgm:prSet/>
      <dgm:spPr/>
      <dgm:t>
        <a:bodyPr/>
        <a:lstStyle/>
        <a:p>
          <a:endParaRPr lang="en-US"/>
        </a:p>
      </dgm:t>
    </dgm:pt>
    <dgm:pt modelId="{4B9EF175-E251-49AE-B22F-6E1BF82BA6B8}">
      <dgm:prSet/>
      <dgm:spPr/>
      <dgm:t>
        <a:bodyPr/>
        <a:lstStyle/>
        <a:p>
          <a:r>
            <a:rPr lang="ro-RO" noProof="0" dirty="0"/>
            <a:t>Robustete: initial, s-a propus o abordare Event-Driven. Pentru a depasi limitarile OS (Windows File Events), agentii au implementat o arhitectura de tip Polling, garantand consistenta datelor si evitand pierderile.</a:t>
          </a:r>
        </a:p>
      </dgm:t>
    </dgm:pt>
    <dgm:pt modelId="{B9F07685-090A-4293-805E-24556616C8CA}" type="parTrans" cxnId="{44C9425A-EDE9-429E-8B7B-EC2AA421BEC6}">
      <dgm:prSet/>
      <dgm:spPr/>
      <dgm:t>
        <a:bodyPr/>
        <a:lstStyle/>
        <a:p>
          <a:endParaRPr lang="en-US"/>
        </a:p>
      </dgm:t>
    </dgm:pt>
    <dgm:pt modelId="{3BD16C11-E48A-483D-B058-417C1035DDFC}" type="sibTrans" cxnId="{44C9425A-EDE9-429E-8B7B-EC2AA421BEC6}">
      <dgm:prSet/>
      <dgm:spPr/>
      <dgm:t>
        <a:bodyPr/>
        <a:lstStyle/>
        <a:p>
          <a:endParaRPr lang="en-US"/>
        </a:p>
      </dgm:t>
    </dgm:pt>
    <dgm:pt modelId="{C60352F1-9E91-40EB-8F92-37F28103CFB8}">
      <dgm:prSet/>
      <dgm:spPr/>
      <dgm:t>
        <a:bodyPr/>
        <a:lstStyle/>
        <a:p>
          <a:r>
            <a:rPr lang="ro-RO" noProof="0" dirty="0"/>
            <a:t>Concluzie: sistemul Multi-Agent nu produce doar text, ci software functional si rezilient.</a:t>
          </a:r>
        </a:p>
      </dgm:t>
    </dgm:pt>
    <dgm:pt modelId="{E425E166-B495-4A7A-B006-1CFB9F2313E9}" type="parTrans" cxnId="{65C56405-A56E-417E-A693-A61A8772FABF}">
      <dgm:prSet/>
      <dgm:spPr/>
      <dgm:t>
        <a:bodyPr/>
        <a:lstStyle/>
        <a:p>
          <a:endParaRPr lang="en-US"/>
        </a:p>
      </dgm:t>
    </dgm:pt>
    <dgm:pt modelId="{DE1566DF-C3AF-4C7F-8C3A-92DD32EB3CCA}" type="sibTrans" cxnId="{65C56405-A56E-417E-A693-A61A8772FABF}">
      <dgm:prSet/>
      <dgm:spPr/>
      <dgm:t>
        <a:bodyPr/>
        <a:lstStyle/>
        <a:p>
          <a:endParaRPr lang="en-US"/>
        </a:p>
      </dgm:t>
    </dgm:pt>
    <dgm:pt modelId="{074D8D7E-9E73-4819-8CF4-AB89B81812A5}" type="pres">
      <dgm:prSet presAssocID="{F480DACA-6838-40B2-9B5A-667F1609882E}" presName="linear" presStyleCnt="0">
        <dgm:presLayoutVars>
          <dgm:animLvl val="lvl"/>
          <dgm:resizeHandles val="exact"/>
        </dgm:presLayoutVars>
      </dgm:prSet>
      <dgm:spPr/>
    </dgm:pt>
    <dgm:pt modelId="{C650EAA7-C42A-484A-811F-955F417C46E5}" type="pres">
      <dgm:prSet presAssocID="{F06FE08F-B4DF-4180-8C29-1964DD06D7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004AFA-6331-4B2C-B395-A6AA5507B538}" type="pres">
      <dgm:prSet presAssocID="{DDE15B0B-47B2-4165-A2F9-A68FFD6B4630}" presName="spacer" presStyleCnt="0"/>
      <dgm:spPr/>
    </dgm:pt>
    <dgm:pt modelId="{960C4C17-F73C-41A0-8664-CF2B855D79BA}" type="pres">
      <dgm:prSet presAssocID="{E7E35B54-5B98-4EC6-8F82-A6D77C0FE2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ECCE45-AED5-4777-A734-9BD15D9152D6}" type="pres">
      <dgm:prSet presAssocID="{DDB8447F-8A7C-4DA5-919A-B01E5C9F7030}" presName="spacer" presStyleCnt="0"/>
      <dgm:spPr/>
    </dgm:pt>
    <dgm:pt modelId="{7E8ADAE9-0D37-459D-BB2B-CC14615C1E73}" type="pres">
      <dgm:prSet presAssocID="{4B9EF175-E251-49AE-B22F-6E1BF82BA6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DD797F-4924-4CED-8620-AD6D7D007212}" type="pres">
      <dgm:prSet presAssocID="{3BD16C11-E48A-483D-B058-417C1035DDFC}" presName="spacer" presStyleCnt="0"/>
      <dgm:spPr/>
    </dgm:pt>
    <dgm:pt modelId="{9298D79D-0EDA-4D4B-81F1-F89192D9FC56}" type="pres">
      <dgm:prSet presAssocID="{C60352F1-9E91-40EB-8F92-37F28103CF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C56405-A56E-417E-A693-A61A8772FABF}" srcId="{F480DACA-6838-40B2-9B5A-667F1609882E}" destId="{C60352F1-9E91-40EB-8F92-37F28103CFB8}" srcOrd="3" destOrd="0" parTransId="{E425E166-B495-4A7A-B006-1CFB9F2313E9}" sibTransId="{DE1566DF-C3AF-4C7F-8C3A-92DD32EB3CCA}"/>
    <dgm:cxn modelId="{25E61220-7D18-4708-B5C0-E3D2B54ED8D4}" type="presOf" srcId="{F480DACA-6838-40B2-9B5A-667F1609882E}" destId="{074D8D7E-9E73-4819-8CF4-AB89B81812A5}" srcOrd="0" destOrd="0" presId="urn:microsoft.com/office/officeart/2005/8/layout/vList2"/>
    <dgm:cxn modelId="{BFA1A437-D05B-46D8-92B6-CDC53EFEC197}" type="presOf" srcId="{4B9EF175-E251-49AE-B22F-6E1BF82BA6B8}" destId="{7E8ADAE9-0D37-459D-BB2B-CC14615C1E73}" srcOrd="0" destOrd="0" presId="urn:microsoft.com/office/officeart/2005/8/layout/vList2"/>
    <dgm:cxn modelId="{44C9425A-EDE9-429E-8B7B-EC2AA421BEC6}" srcId="{F480DACA-6838-40B2-9B5A-667F1609882E}" destId="{4B9EF175-E251-49AE-B22F-6E1BF82BA6B8}" srcOrd="2" destOrd="0" parTransId="{B9F07685-090A-4293-805E-24556616C8CA}" sibTransId="{3BD16C11-E48A-483D-B058-417C1035DDFC}"/>
    <dgm:cxn modelId="{C571867C-B0F3-4CA1-8AD0-390CA4A8531D}" type="presOf" srcId="{C60352F1-9E91-40EB-8F92-37F28103CFB8}" destId="{9298D79D-0EDA-4D4B-81F1-F89192D9FC56}" srcOrd="0" destOrd="0" presId="urn:microsoft.com/office/officeart/2005/8/layout/vList2"/>
    <dgm:cxn modelId="{9455BD80-7AC5-4062-9654-697E034C2250}" type="presOf" srcId="{F06FE08F-B4DF-4180-8C29-1964DD06D785}" destId="{C650EAA7-C42A-484A-811F-955F417C46E5}" srcOrd="0" destOrd="0" presId="urn:microsoft.com/office/officeart/2005/8/layout/vList2"/>
    <dgm:cxn modelId="{724E19BF-1F75-4B94-92D1-4A3EF1558EA5}" srcId="{F480DACA-6838-40B2-9B5A-667F1609882E}" destId="{E7E35B54-5B98-4EC6-8F82-A6D77C0FE2AC}" srcOrd="1" destOrd="0" parTransId="{40279253-BA7E-40BB-8D3B-4C028B1B45E1}" sibTransId="{DDB8447F-8A7C-4DA5-919A-B01E5C9F7030}"/>
    <dgm:cxn modelId="{51F24AD4-AEB6-4016-9208-9AED8A8272F6}" srcId="{F480DACA-6838-40B2-9B5A-667F1609882E}" destId="{F06FE08F-B4DF-4180-8C29-1964DD06D785}" srcOrd="0" destOrd="0" parTransId="{7580F15D-6C34-4136-87C5-5ABD92511D4C}" sibTransId="{DDE15B0B-47B2-4165-A2F9-A68FFD6B4630}"/>
    <dgm:cxn modelId="{A7D702FC-E387-46CF-BBCC-43D6A13044AB}" type="presOf" srcId="{E7E35B54-5B98-4EC6-8F82-A6D77C0FE2AC}" destId="{960C4C17-F73C-41A0-8664-CF2B855D79BA}" srcOrd="0" destOrd="0" presId="urn:microsoft.com/office/officeart/2005/8/layout/vList2"/>
    <dgm:cxn modelId="{FEC042C5-D030-426C-BA08-42B61D98A593}" type="presParOf" srcId="{074D8D7E-9E73-4819-8CF4-AB89B81812A5}" destId="{C650EAA7-C42A-484A-811F-955F417C46E5}" srcOrd="0" destOrd="0" presId="urn:microsoft.com/office/officeart/2005/8/layout/vList2"/>
    <dgm:cxn modelId="{2AB2E61F-B284-4686-AF99-1841D199619A}" type="presParOf" srcId="{074D8D7E-9E73-4819-8CF4-AB89B81812A5}" destId="{B0004AFA-6331-4B2C-B395-A6AA5507B538}" srcOrd="1" destOrd="0" presId="urn:microsoft.com/office/officeart/2005/8/layout/vList2"/>
    <dgm:cxn modelId="{12F7ECD7-E479-4B15-8C06-AEAAB84D22AA}" type="presParOf" srcId="{074D8D7E-9E73-4819-8CF4-AB89B81812A5}" destId="{960C4C17-F73C-41A0-8664-CF2B855D79BA}" srcOrd="2" destOrd="0" presId="urn:microsoft.com/office/officeart/2005/8/layout/vList2"/>
    <dgm:cxn modelId="{8FFB0FE4-CAC5-4370-993B-C3C2B8383CD4}" type="presParOf" srcId="{074D8D7E-9E73-4819-8CF4-AB89B81812A5}" destId="{43ECCE45-AED5-4777-A734-9BD15D9152D6}" srcOrd="3" destOrd="0" presId="urn:microsoft.com/office/officeart/2005/8/layout/vList2"/>
    <dgm:cxn modelId="{A23CBC8E-017D-463E-A711-C327F0184BAC}" type="presParOf" srcId="{074D8D7E-9E73-4819-8CF4-AB89B81812A5}" destId="{7E8ADAE9-0D37-459D-BB2B-CC14615C1E73}" srcOrd="4" destOrd="0" presId="urn:microsoft.com/office/officeart/2005/8/layout/vList2"/>
    <dgm:cxn modelId="{3D21AB43-1744-4110-AF1B-F211B4F440EE}" type="presParOf" srcId="{074D8D7E-9E73-4819-8CF4-AB89B81812A5}" destId="{7FDD797F-4924-4CED-8620-AD6D7D007212}" srcOrd="5" destOrd="0" presId="urn:microsoft.com/office/officeart/2005/8/layout/vList2"/>
    <dgm:cxn modelId="{2B3CF3DF-2B51-457D-AB2C-9E6598788616}" type="presParOf" srcId="{074D8D7E-9E73-4819-8CF4-AB89B81812A5}" destId="{9298D79D-0EDA-4D4B-81F1-F89192D9FC5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purl.oclc.org/ooxml/drawingml/diagram" xmlns:a="http://purl.oclc.org/ooxml/drawingml/main">
  <dgm:ptLst>
    <dgm:pt modelId="{1C77CA6B-75B6-47B9-BF7F-DE6792C40FB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3156683-B1E3-4AAD-8320-9BAB6D9D7763}">
      <dgm:prSet/>
      <dgm:spPr/>
      <dgm:t>
        <a:bodyPr/>
        <a:lstStyle/>
        <a:p>
          <a:r>
            <a:rPr lang="ro-RO" b="1" noProof="0" dirty="0"/>
            <a:t>Persistenta</a:t>
          </a:r>
          <a:r>
            <a:rPr lang="ro-RO" noProof="0" dirty="0"/>
            <a:t>: memoria supravietuieste restartarii aplicatiei.</a:t>
          </a:r>
        </a:p>
      </dgm:t>
    </dgm:pt>
    <dgm:pt modelId="{0192AF8F-7A6A-48DB-8373-F81F3090804E}" type="parTrans" cxnId="{2D036839-480E-4C36-B155-FC07E8A9B72B}">
      <dgm:prSet/>
      <dgm:spPr/>
      <dgm:t>
        <a:bodyPr/>
        <a:lstStyle/>
        <a:p>
          <a:endParaRPr lang="en-US"/>
        </a:p>
      </dgm:t>
    </dgm:pt>
    <dgm:pt modelId="{E0844DA3-846B-4226-86AE-1220709F237A}" type="sibTrans" cxnId="{2D036839-480E-4C36-B155-FC07E8A9B72B}">
      <dgm:prSet/>
      <dgm:spPr/>
      <dgm:t>
        <a:bodyPr/>
        <a:lstStyle/>
        <a:p>
          <a:endParaRPr lang="en-US"/>
        </a:p>
      </dgm:t>
    </dgm:pt>
    <dgm:pt modelId="{29CB30B7-2355-4470-830A-D4911158AB13}">
      <dgm:prSet/>
      <dgm:spPr/>
      <dgm:t>
        <a:bodyPr/>
        <a:lstStyle/>
        <a:p>
          <a:r>
            <a:rPr lang="ro-RO" b="1" noProof="0" dirty="0"/>
            <a:t>Scalabilitate</a:t>
          </a:r>
          <a:r>
            <a:rPr lang="ro-RO" noProof="0" dirty="0"/>
            <a:t>: arhitectura Cloud permite mii de sesiuni simultane.</a:t>
          </a:r>
        </a:p>
      </dgm:t>
    </dgm:pt>
    <dgm:pt modelId="{EDB10D58-7286-45A3-8A0B-61E83816355F}" type="parTrans" cxnId="{43F6FECB-C2EE-4A03-9919-183BC0D7D76C}">
      <dgm:prSet/>
      <dgm:spPr/>
      <dgm:t>
        <a:bodyPr/>
        <a:lstStyle/>
        <a:p>
          <a:endParaRPr lang="en-US"/>
        </a:p>
      </dgm:t>
    </dgm:pt>
    <dgm:pt modelId="{E3826DEA-E591-4AC8-96B3-0DDB2A784E70}" type="sibTrans" cxnId="{43F6FECB-C2EE-4A03-9919-183BC0D7D76C}">
      <dgm:prSet/>
      <dgm:spPr/>
      <dgm:t>
        <a:bodyPr/>
        <a:lstStyle/>
        <a:p>
          <a:endParaRPr lang="en-US"/>
        </a:p>
      </dgm:t>
    </dgm:pt>
    <dgm:pt modelId="{5DC72527-1AAA-4451-9AE5-A7CC3A2E96DE}">
      <dgm:prSet/>
      <dgm:spPr/>
      <dgm:t>
        <a:bodyPr/>
        <a:lstStyle/>
        <a:p>
          <a:r>
            <a:rPr lang="ro-RO" b="1" noProof="0" dirty="0"/>
            <a:t>Colaborare</a:t>
          </a:r>
          <a:r>
            <a:rPr lang="ro-RO" noProof="0" dirty="0"/>
            <a:t>: agentii lucreaza pe acelasi fir narativ.</a:t>
          </a:r>
        </a:p>
      </dgm:t>
    </dgm:pt>
    <dgm:pt modelId="{19B4EAAA-0BB5-43DC-B42E-B2094ACAB578}" type="parTrans" cxnId="{4AA34033-E3DF-460B-AF25-C4B56838B2FE}">
      <dgm:prSet/>
      <dgm:spPr/>
      <dgm:t>
        <a:bodyPr/>
        <a:lstStyle/>
        <a:p>
          <a:endParaRPr lang="en-US"/>
        </a:p>
      </dgm:t>
    </dgm:pt>
    <dgm:pt modelId="{4802DFEB-BCAD-4DFC-8084-AA9CE68062D9}" type="sibTrans" cxnId="{4AA34033-E3DF-460B-AF25-C4B56838B2FE}">
      <dgm:prSet/>
      <dgm:spPr/>
      <dgm:t>
        <a:bodyPr/>
        <a:lstStyle/>
        <a:p>
          <a:endParaRPr lang="en-US"/>
        </a:p>
      </dgm:t>
    </dgm:pt>
    <dgm:pt modelId="{F221829F-149C-4AA4-990D-FCB8829B559E}" type="pres">
      <dgm:prSet presAssocID="{1C77CA6B-75B6-47B9-BF7F-DE6792C40FBB}" presName="linear" presStyleCnt="0">
        <dgm:presLayoutVars>
          <dgm:animLvl val="lvl"/>
          <dgm:resizeHandles val="exact"/>
        </dgm:presLayoutVars>
      </dgm:prSet>
      <dgm:spPr/>
    </dgm:pt>
    <dgm:pt modelId="{9A4CC3B7-428C-4F99-A661-6C4C5370393E}" type="pres">
      <dgm:prSet presAssocID="{E3156683-B1E3-4AAD-8320-9BAB6D9D77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C50B42-A004-48FB-8E95-C4E2F6772EC1}" type="pres">
      <dgm:prSet presAssocID="{E0844DA3-846B-4226-86AE-1220709F237A}" presName="spacer" presStyleCnt="0"/>
      <dgm:spPr/>
    </dgm:pt>
    <dgm:pt modelId="{0F69FAC1-9D6A-4EEF-9851-0BEC9DE40667}" type="pres">
      <dgm:prSet presAssocID="{29CB30B7-2355-4470-830A-D4911158AB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684AC7-65CE-4B7C-B5A1-7EF1FF99D871}" type="pres">
      <dgm:prSet presAssocID="{E3826DEA-E591-4AC8-96B3-0DDB2A784E70}" presName="spacer" presStyleCnt="0"/>
      <dgm:spPr/>
    </dgm:pt>
    <dgm:pt modelId="{50399C0C-3678-4D20-9A4B-BCA59E198597}" type="pres">
      <dgm:prSet presAssocID="{5DC72527-1AAA-4451-9AE5-A7CC3A2E96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A34033-E3DF-460B-AF25-C4B56838B2FE}" srcId="{1C77CA6B-75B6-47B9-BF7F-DE6792C40FBB}" destId="{5DC72527-1AAA-4451-9AE5-A7CC3A2E96DE}" srcOrd="2" destOrd="0" parTransId="{19B4EAAA-0BB5-43DC-B42E-B2094ACAB578}" sibTransId="{4802DFEB-BCAD-4DFC-8084-AA9CE68062D9}"/>
    <dgm:cxn modelId="{2D036839-480E-4C36-B155-FC07E8A9B72B}" srcId="{1C77CA6B-75B6-47B9-BF7F-DE6792C40FBB}" destId="{E3156683-B1E3-4AAD-8320-9BAB6D9D7763}" srcOrd="0" destOrd="0" parTransId="{0192AF8F-7A6A-48DB-8373-F81F3090804E}" sibTransId="{E0844DA3-846B-4226-86AE-1220709F237A}"/>
    <dgm:cxn modelId="{10AF1B60-5118-445E-A924-EA17C8BB088E}" type="presOf" srcId="{E3156683-B1E3-4AAD-8320-9BAB6D9D7763}" destId="{9A4CC3B7-428C-4F99-A661-6C4C5370393E}" srcOrd="0" destOrd="0" presId="urn:microsoft.com/office/officeart/2005/8/layout/vList2"/>
    <dgm:cxn modelId="{501E9843-CEF1-403F-A1BC-6C4768190840}" type="presOf" srcId="{29CB30B7-2355-4470-830A-D4911158AB13}" destId="{0F69FAC1-9D6A-4EEF-9851-0BEC9DE40667}" srcOrd="0" destOrd="0" presId="urn:microsoft.com/office/officeart/2005/8/layout/vList2"/>
    <dgm:cxn modelId="{429804A7-32D0-40FC-AC79-CE94C30FDD9B}" type="presOf" srcId="{5DC72527-1AAA-4451-9AE5-A7CC3A2E96DE}" destId="{50399C0C-3678-4D20-9A4B-BCA59E198597}" srcOrd="0" destOrd="0" presId="urn:microsoft.com/office/officeart/2005/8/layout/vList2"/>
    <dgm:cxn modelId="{43F6FECB-C2EE-4A03-9919-183BC0D7D76C}" srcId="{1C77CA6B-75B6-47B9-BF7F-DE6792C40FBB}" destId="{29CB30B7-2355-4470-830A-D4911158AB13}" srcOrd="1" destOrd="0" parTransId="{EDB10D58-7286-45A3-8A0B-61E83816355F}" sibTransId="{E3826DEA-E591-4AC8-96B3-0DDB2A784E70}"/>
    <dgm:cxn modelId="{F7464EFA-7E83-41DF-AFCF-579956BA4057}" type="presOf" srcId="{1C77CA6B-75B6-47B9-BF7F-DE6792C40FBB}" destId="{F221829F-149C-4AA4-990D-FCB8829B559E}" srcOrd="0" destOrd="0" presId="urn:microsoft.com/office/officeart/2005/8/layout/vList2"/>
    <dgm:cxn modelId="{BF550FD8-56D5-4A5E-8B80-763CC471CC3B}" type="presParOf" srcId="{F221829F-149C-4AA4-990D-FCB8829B559E}" destId="{9A4CC3B7-428C-4F99-A661-6C4C5370393E}" srcOrd="0" destOrd="0" presId="urn:microsoft.com/office/officeart/2005/8/layout/vList2"/>
    <dgm:cxn modelId="{E7005D3B-691E-48F8-A952-6BB8075BFFC5}" type="presParOf" srcId="{F221829F-149C-4AA4-990D-FCB8829B559E}" destId="{BCC50B42-A004-48FB-8E95-C4E2F6772EC1}" srcOrd="1" destOrd="0" presId="urn:microsoft.com/office/officeart/2005/8/layout/vList2"/>
    <dgm:cxn modelId="{FD954F62-7C1A-4313-96BD-E365B5B4DEE1}" type="presParOf" srcId="{F221829F-149C-4AA4-990D-FCB8829B559E}" destId="{0F69FAC1-9D6A-4EEF-9851-0BEC9DE40667}" srcOrd="2" destOrd="0" presId="urn:microsoft.com/office/officeart/2005/8/layout/vList2"/>
    <dgm:cxn modelId="{9F32FB1A-BDBB-4987-94A1-2DB2F1A08F31}" type="presParOf" srcId="{F221829F-149C-4AA4-990D-FCB8829B559E}" destId="{22684AC7-65CE-4B7C-B5A1-7EF1FF99D871}" srcOrd="3" destOrd="0" presId="urn:microsoft.com/office/officeart/2005/8/layout/vList2"/>
    <dgm:cxn modelId="{E5CC7B2C-4784-4695-AA31-3BBAC301E2AF}" type="presParOf" srcId="{F221829F-149C-4AA4-990D-FCB8829B559E}" destId="{50399C0C-3678-4D20-9A4B-BCA59E1985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purl.oclc.org/ooxml/drawingml/diagram" xmlns:a="http://purl.oclc.org/ooxml/drawingml/main">
  <dgm:ptLst>
    <dgm:pt modelId="{A64F7A84-7D57-40CA-A7A7-0F91EC9B6DA3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6D8484-0DA4-4F9F-A617-D68B0EADB85A}">
      <dgm:prSet/>
      <dgm:spPr/>
      <dgm:t>
        <a:bodyPr/>
        <a:lstStyle/>
        <a:p>
          <a:r>
            <a:rPr lang="ro-RO" noProof="0" dirty="0"/>
            <a:t>Sinteza: proiectul implementeaza o arhitectura hibrida care combina doua paradigme:</a:t>
          </a:r>
        </a:p>
      </dgm:t>
    </dgm:pt>
    <dgm:pt modelId="{2CC4695F-AD81-4906-8328-3920C6BB281B}" type="parTrans" cxnId="{458298E6-1C02-4001-8DE0-D0D1DC9C084C}">
      <dgm:prSet/>
      <dgm:spPr/>
      <dgm:t>
        <a:bodyPr/>
        <a:lstStyle/>
        <a:p>
          <a:endParaRPr lang="en-US"/>
        </a:p>
      </dgm:t>
    </dgm:pt>
    <dgm:pt modelId="{B716A8AF-1473-4E5B-B3A7-AC1779B56529}" type="sibTrans" cxnId="{458298E6-1C02-4001-8DE0-D0D1DC9C084C}">
      <dgm:prSet/>
      <dgm:spPr/>
      <dgm:t>
        <a:bodyPr/>
        <a:lstStyle/>
        <a:p>
          <a:endParaRPr lang="en-US"/>
        </a:p>
      </dgm:t>
    </dgm:pt>
    <dgm:pt modelId="{C77CDCB9-6E8D-484E-8B2C-4333F700D736}">
      <dgm:prSet/>
      <dgm:spPr/>
      <dgm:t>
        <a:bodyPr/>
        <a:lstStyle/>
        <a:p>
          <a:r>
            <a:rPr lang="ro-RO" noProof="0" dirty="0"/>
            <a:t>Componenta Neurala (LLM): Google Gemini ofera intuitia lingvistica si flexibilitatea in intelegerea intentiei utilizatorului.</a:t>
          </a:r>
        </a:p>
      </dgm:t>
    </dgm:pt>
    <dgm:pt modelId="{8C30D2CC-D008-406A-BE6E-6699A04995BD}" type="parTrans" cxnId="{EBDFABFB-19A3-4A3E-BE25-0792307CA131}">
      <dgm:prSet/>
      <dgm:spPr/>
      <dgm:t>
        <a:bodyPr/>
        <a:lstStyle/>
        <a:p>
          <a:endParaRPr lang="en-US"/>
        </a:p>
      </dgm:t>
    </dgm:pt>
    <dgm:pt modelId="{58509EAB-7D04-482A-880C-18A622577DE7}" type="sibTrans" cxnId="{EBDFABFB-19A3-4A3E-BE25-0792307CA131}">
      <dgm:prSet/>
      <dgm:spPr/>
      <dgm:t>
        <a:bodyPr/>
        <a:lstStyle/>
        <a:p>
          <a:endParaRPr lang="en-US"/>
        </a:p>
      </dgm:t>
    </dgm:pt>
    <dgm:pt modelId="{B8E79015-F1ED-45B8-AF78-DFCE4FCD3929}">
      <dgm:prSet/>
      <dgm:spPr/>
      <dgm:t>
        <a:bodyPr/>
        <a:lstStyle/>
        <a:p>
          <a:r>
            <a:rPr lang="ro-RO" noProof="0" dirty="0"/>
            <a:t>Componenta Simbolica (Structura): Azure Cosmos DB si logica din codul Python ofera rigoare, persistenta si reguli clare.</a:t>
          </a:r>
        </a:p>
      </dgm:t>
    </dgm:pt>
    <dgm:pt modelId="{EF3E4473-1525-4B14-A53A-52D3B1726566}" type="parTrans" cxnId="{47CF7CC7-EE62-4376-8114-A3CFE003956B}">
      <dgm:prSet/>
      <dgm:spPr/>
      <dgm:t>
        <a:bodyPr/>
        <a:lstStyle/>
        <a:p>
          <a:endParaRPr lang="en-US"/>
        </a:p>
      </dgm:t>
    </dgm:pt>
    <dgm:pt modelId="{FCCAB54A-9493-4368-BE81-282EC038B337}" type="sibTrans" cxnId="{47CF7CC7-EE62-4376-8114-A3CFE003956B}">
      <dgm:prSet/>
      <dgm:spPr/>
      <dgm:t>
        <a:bodyPr/>
        <a:lstStyle/>
        <a:p>
          <a:endParaRPr lang="en-US"/>
        </a:p>
      </dgm:t>
    </dgm:pt>
    <dgm:pt modelId="{6201CD1E-66FE-4BEA-9323-374FC9E31677}">
      <dgm:prSet/>
      <dgm:spPr/>
      <dgm:t>
        <a:bodyPr/>
        <a:lstStyle/>
        <a:p>
          <a:r>
            <a:rPr lang="ro-RO" noProof="0" dirty="0"/>
            <a:t>Rezultat: depasirea limitarilor modelelor standard (Context Window limitat, lipsa memorie) prin integrarea cu un sistem simbolic extern, creand un agent cognitiv capabil de rationament pe termen lung</a:t>
          </a:r>
        </a:p>
      </dgm:t>
    </dgm:pt>
    <dgm:pt modelId="{770F33F5-359D-4CAD-A163-875915F957CD}" type="parTrans" cxnId="{AEECC53F-E232-4212-B2E0-F696EC4ADA0D}">
      <dgm:prSet/>
      <dgm:spPr/>
      <dgm:t>
        <a:bodyPr/>
        <a:lstStyle/>
        <a:p>
          <a:endParaRPr lang="en-US"/>
        </a:p>
      </dgm:t>
    </dgm:pt>
    <dgm:pt modelId="{E3379B2A-D902-44D2-B885-38E231AD58D6}" type="sibTrans" cxnId="{AEECC53F-E232-4212-B2E0-F696EC4ADA0D}">
      <dgm:prSet/>
      <dgm:spPr/>
      <dgm:t>
        <a:bodyPr/>
        <a:lstStyle/>
        <a:p>
          <a:endParaRPr lang="en-US"/>
        </a:p>
      </dgm:t>
    </dgm:pt>
    <dgm:pt modelId="{FE1B32F8-E53A-432A-B798-0CA7DF6BEC72}" type="pres">
      <dgm:prSet presAssocID="{A64F7A84-7D57-40CA-A7A7-0F91EC9B6DA3}" presName="Name0" presStyleCnt="0">
        <dgm:presLayoutVars>
          <dgm:dir/>
          <dgm:animLvl val="lvl"/>
          <dgm:resizeHandles val="exact"/>
        </dgm:presLayoutVars>
      </dgm:prSet>
      <dgm:spPr/>
    </dgm:pt>
    <dgm:pt modelId="{E1197AC5-07B6-484A-8F21-DE8296F193B1}" type="pres">
      <dgm:prSet presAssocID="{6201CD1E-66FE-4BEA-9323-374FC9E31677}" presName="boxAndChildren" presStyleCnt="0"/>
      <dgm:spPr/>
    </dgm:pt>
    <dgm:pt modelId="{79A3E4FC-1A4C-4AEB-9CD5-B402CB9E21A3}" type="pres">
      <dgm:prSet presAssocID="{6201CD1E-66FE-4BEA-9323-374FC9E31677}" presName="parentTextBox" presStyleLbl="node1" presStyleIdx="0" presStyleCnt="2"/>
      <dgm:spPr/>
    </dgm:pt>
    <dgm:pt modelId="{95297E95-C160-417C-97B1-FA23D69977D9}" type="pres">
      <dgm:prSet presAssocID="{B716A8AF-1473-4E5B-B3A7-AC1779B56529}" presName="sp" presStyleCnt="0"/>
      <dgm:spPr/>
    </dgm:pt>
    <dgm:pt modelId="{566337F6-A1FB-43C4-8AFF-718C18F222DB}" type="pres">
      <dgm:prSet presAssocID="{EE6D8484-0DA4-4F9F-A617-D68B0EADB85A}" presName="arrowAndChildren" presStyleCnt="0"/>
      <dgm:spPr/>
    </dgm:pt>
    <dgm:pt modelId="{3D8922A1-2186-45F0-84D5-A670F898ECD0}" type="pres">
      <dgm:prSet presAssocID="{EE6D8484-0DA4-4F9F-A617-D68B0EADB85A}" presName="parentTextArrow" presStyleLbl="node1" presStyleIdx="0" presStyleCnt="2"/>
      <dgm:spPr/>
    </dgm:pt>
    <dgm:pt modelId="{645B3BC1-7B18-4D96-9831-F5557B31CF46}" type="pres">
      <dgm:prSet presAssocID="{EE6D8484-0DA4-4F9F-A617-D68B0EADB85A}" presName="arrow" presStyleLbl="node1" presStyleIdx="1" presStyleCnt="2"/>
      <dgm:spPr/>
    </dgm:pt>
    <dgm:pt modelId="{D577F504-73F8-40E3-9FC3-70CB7182B962}" type="pres">
      <dgm:prSet presAssocID="{EE6D8484-0DA4-4F9F-A617-D68B0EADB85A}" presName="descendantArrow" presStyleCnt="0"/>
      <dgm:spPr/>
    </dgm:pt>
    <dgm:pt modelId="{A5F71D53-7BB9-4045-A111-E79D43DF02C4}" type="pres">
      <dgm:prSet presAssocID="{C77CDCB9-6E8D-484E-8B2C-4333F700D736}" presName="childTextArrow" presStyleLbl="fgAccFollowNode1" presStyleIdx="0" presStyleCnt="2">
        <dgm:presLayoutVars>
          <dgm:bulletEnabled val="1"/>
        </dgm:presLayoutVars>
      </dgm:prSet>
      <dgm:spPr/>
    </dgm:pt>
    <dgm:pt modelId="{2E1D2E7F-E620-4B76-A765-4D71935ED2A4}" type="pres">
      <dgm:prSet presAssocID="{B8E79015-F1ED-45B8-AF78-DFCE4FCD3929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D08BA72C-F146-44FD-9689-AD6454D3E2FA}" type="presOf" srcId="{A64F7A84-7D57-40CA-A7A7-0F91EC9B6DA3}" destId="{FE1B32F8-E53A-432A-B798-0CA7DF6BEC72}" srcOrd="0" destOrd="0" presId="urn:microsoft.com/office/officeart/2005/8/layout/process4"/>
    <dgm:cxn modelId="{602E942E-E1CB-492A-AE15-86BF1F937E7E}" type="presOf" srcId="{6201CD1E-66FE-4BEA-9323-374FC9E31677}" destId="{79A3E4FC-1A4C-4AEB-9CD5-B402CB9E21A3}" srcOrd="0" destOrd="0" presId="urn:microsoft.com/office/officeart/2005/8/layout/process4"/>
    <dgm:cxn modelId="{AEECC53F-E232-4212-B2E0-F696EC4ADA0D}" srcId="{A64F7A84-7D57-40CA-A7A7-0F91EC9B6DA3}" destId="{6201CD1E-66FE-4BEA-9323-374FC9E31677}" srcOrd="1" destOrd="0" parTransId="{770F33F5-359D-4CAD-A163-875915F957CD}" sibTransId="{E3379B2A-D902-44D2-B885-38E231AD58D6}"/>
    <dgm:cxn modelId="{33AB0F87-C438-42E7-AB65-8B961768067C}" type="presOf" srcId="{B8E79015-F1ED-45B8-AF78-DFCE4FCD3929}" destId="{2E1D2E7F-E620-4B76-A765-4D71935ED2A4}" srcOrd="0" destOrd="0" presId="urn:microsoft.com/office/officeart/2005/8/layout/process4"/>
    <dgm:cxn modelId="{CB7981B3-7B3B-49A2-9A6D-E448D545E9B5}" type="presOf" srcId="{EE6D8484-0DA4-4F9F-A617-D68B0EADB85A}" destId="{3D8922A1-2186-45F0-84D5-A670F898ECD0}" srcOrd="0" destOrd="0" presId="urn:microsoft.com/office/officeart/2005/8/layout/process4"/>
    <dgm:cxn modelId="{47CF7CC7-EE62-4376-8114-A3CFE003956B}" srcId="{EE6D8484-0DA4-4F9F-A617-D68B0EADB85A}" destId="{B8E79015-F1ED-45B8-AF78-DFCE4FCD3929}" srcOrd="1" destOrd="0" parTransId="{EF3E4473-1525-4B14-A53A-52D3B1726566}" sibTransId="{FCCAB54A-9493-4368-BE81-282EC038B337}"/>
    <dgm:cxn modelId="{F5803CD6-8FA7-42BC-9D10-6E73BE379D1C}" type="presOf" srcId="{C77CDCB9-6E8D-484E-8B2C-4333F700D736}" destId="{A5F71D53-7BB9-4045-A111-E79D43DF02C4}" srcOrd="0" destOrd="0" presId="urn:microsoft.com/office/officeart/2005/8/layout/process4"/>
    <dgm:cxn modelId="{F998B6D9-9F1D-4969-95A3-398CC92A6987}" type="presOf" srcId="{EE6D8484-0DA4-4F9F-A617-D68B0EADB85A}" destId="{645B3BC1-7B18-4D96-9831-F5557B31CF46}" srcOrd="1" destOrd="0" presId="urn:microsoft.com/office/officeart/2005/8/layout/process4"/>
    <dgm:cxn modelId="{458298E6-1C02-4001-8DE0-D0D1DC9C084C}" srcId="{A64F7A84-7D57-40CA-A7A7-0F91EC9B6DA3}" destId="{EE6D8484-0DA4-4F9F-A617-D68B0EADB85A}" srcOrd="0" destOrd="0" parTransId="{2CC4695F-AD81-4906-8328-3920C6BB281B}" sibTransId="{B716A8AF-1473-4E5B-B3A7-AC1779B56529}"/>
    <dgm:cxn modelId="{EBDFABFB-19A3-4A3E-BE25-0792307CA131}" srcId="{EE6D8484-0DA4-4F9F-A617-D68B0EADB85A}" destId="{C77CDCB9-6E8D-484E-8B2C-4333F700D736}" srcOrd="0" destOrd="0" parTransId="{8C30D2CC-D008-406A-BE6E-6699A04995BD}" sibTransId="{58509EAB-7D04-482A-880C-18A622577DE7}"/>
    <dgm:cxn modelId="{63BF1A1E-DF94-4D1F-971B-43D3378C32A7}" type="presParOf" srcId="{FE1B32F8-E53A-432A-B798-0CA7DF6BEC72}" destId="{E1197AC5-07B6-484A-8F21-DE8296F193B1}" srcOrd="0" destOrd="0" presId="urn:microsoft.com/office/officeart/2005/8/layout/process4"/>
    <dgm:cxn modelId="{B51FFC01-D8DF-4184-BC90-CA9ECFF719F8}" type="presParOf" srcId="{E1197AC5-07B6-484A-8F21-DE8296F193B1}" destId="{79A3E4FC-1A4C-4AEB-9CD5-B402CB9E21A3}" srcOrd="0" destOrd="0" presId="urn:microsoft.com/office/officeart/2005/8/layout/process4"/>
    <dgm:cxn modelId="{75214AF5-8EF1-47E0-B54A-A01047244CAC}" type="presParOf" srcId="{FE1B32F8-E53A-432A-B798-0CA7DF6BEC72}" destId="{95297E95-C160-417C-97B1-FA23D69977D9}" srcOrd="1" destOrd="0" presId="urn:microsoft.com/office/officeart/2005/8/layout/process4"/>
    <dgm:cxn modelId="{B5AFAF3F-5882-4EB2-A5B8-AAF30A57A97C}" type="presParOf" srcId="{FE1B32F8-E53A-432A-B798-0CA7DF6BEC72}" destId="{566337F6-A1FB-43C4-8AFF-718C18F222DB}" srcOrd="2" destOrd="0" presId="urn:microsoft.com/office/officeart/2005/8/layout/process4"/>
    <dgm:cxn modelId="{75FF2A9F-2CAB-4BB7-A2ED-13C8089E2B19}" type="presParOf" srcId="{566337F6-A1FB-43C4-8AFF-718C18F222DB}" destId="{3D8922A1-2186-45F0-84D5-A670F898ECD0}" srcOrd="0" destOrd="0" presId="urn:microsoft.com/office/officeart/2005/8/layout/process4"/>
    <dgm:cxn modelId="{6D863CFE-A488-430E-AB2D-87776278E153}" type="presParOf" srcId="{566337F6-A1FB-43C4-8AFF-718C18F222DB}" destId="{645B3BC1-7B18-4D96-9831-F5557B31CF46}" srcOrd="1" destOrd="0" presId="urn:microsoft.com/office/officeart/2005/8/layout/process4"/>
    <dgm:cxn modelId="{623939CD-135C-4441-9F0C-27D056FC7827}" type="presParOf" srcId="{566337F6-A1FB-43C4-8AFF-718C18F222DB}" destId="{D577F504-73F8-40E3-9FC3-70CB7182B962}" srcOrd="2" destOrd="0" presId="urn:microsoft.com/office/officeart/2005/8/layout/process4"/>
    <dgm:cxn modelId="{B605D381-4083-4FB8-86EE-A60EBE067257}" type="presParOf" srcId="{D577F504-73F8-40E3-9FC3-70CB7182B962}" destId="{A5F71D53-7BB9-4045-A111-E79D43DF02C4}" srcOrd="0" destOrd="0" presId="urn:microsoft.com/office/officeart/2005/8/layout/process4"/>
    <dgm:cxn modelId="{B292CE4C-D4B6-4DA2-B464-E39136682D81}" type="presParOf" srcId="{D577F504-73F8-40E3-9FC3-70CB7182B962}" destId="{2E1D2E7F-E620-4B76-A765-4D71935ED2A4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8804E0E9-B4BD-4CC5-AA62-7574FDF678D0}">
      <dsp:nvSpPr>
        <dsp:cNvPr id="0" name=""/>
        <dsp:cNvSpPr/>
      </dsp:nvSpPr>
      <dsp:spPr>
        <a:xfrm>
          <a:off x="0" y="4105454"/>
          <a:ext cx="6666833" cy="1347501"/>
        </a:xfrm>
        <a:prstGeom prst="rect">
          <a:avLst/>
        </a:prstGeom>
        <a:gradFill rotWithShape="0">
          <a:gsLst>
            <a:gs pos="0%">
              <a:schemeClr val="accent5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Problema Multi-Agent:</a:t>
          </a:r>
          <a:r>
            <a:rPr lang="ro-RO" sz="2300" kern="1200" noProof="0" dirty="0"/>
            <a:t> cum stie un agent "Developer" ce a planificat agentul "Planner" daca nu partajeaza memoria?</a:t>
          </a:r>
        </a:p>
      </dsp:txBody>
      <dsp:txXfrm>
        <a:off x="0" y="4105454"/>
        <a:ext cx="6666833" cy="1347501"/>
      </dsp:txXfrm>
    </dsp:sp>
    <dsp:sp modelId="{F7B85D1D-7C46-48F0-B8D8-4ECDF2B10DF0}">
      <dsp:nvSpPr>
        <dsp:cNvPr id="0" name=""/>
        <dsp:cNvSpPr/>
      </dsp:nvSpPr>
      <dsp:spPr>
        <a:xfrm rot="10800000">
          <a:off x="0" y="2053209"/>
          <a:ext cx="6666833" cy="2072457"/>
        </a:xfrm>
        <a:prstGeom prst="upArrowCallout">
          <a:avLst/>
        </a:prstGeom>
        <a:gradFill rotWithShape="0">
          <a:gsLst>
            <a:gs pos="0%">
              <a:schemeClr val="accent5">
                <a:hueOff val="-6076075"/>
                <a:satOff val="-0.413%"/>
                <a:lumOff val="0.981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-6076075"/>
                <a:satOff val="-0.413%"/>
                <a:lumOff val="0.981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-6076075"/>
                <a:satOff val="-0.413%"/>
                <a:lumOff val="0.981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Context Window Limitat:</a:t>
          </a:r>
          <a:r>
            <a:rPr lang="ro-RO" sz="2300" kern="1200" noProof="0" dirty="0"/>
            <a:t> nu putem trimite infinit text intr-un singur prompt.</a:t>
          </a:r>
        </a:p>
      </dsp:txBody>
      <dsp:txXfrm rot="10800000">
        <a:off x="0" y="2053209"/>
        <a:ext cx="6666833" cy="1346620"/>
      </dsp:txXfrm>
    </dsp:sp>
    <dsp:sp modelId="{B272EC38-BDB4-4023-B742-0A74EF6E56B8}">
      <dsp:nvSpPr>
        <dsp:cNvPr id="0" name=""/>
        <dsp:cNvSpPr/>
      </dsp:nvSpPr>
      <dsp:spPr>
        <a:xfrm rot="10800000">
          <a:off x="0" y="964"/>
          <a:ext cx="6666833" cy="2072457"/>
        </a:xfrm>
        <a:prstGeom prst="upArrowCallout">
          <a:avLst/>
        </a:prstGeom>
        <a:gradFill rotWithShape="0">
          <a:gsLst>
            <a:gs pos="0%">
              <a:schemeClr val="accent5">
                <a:hueOff val="-12152150"/>
                <a:satOff val="-0.826%"/>
                <a:lumOff val="1.961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-12152150"/>
                <a:satOff val="-0.826%"/>
                <a:lumOff val="1.961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-12152150"/>
                <a:satOff val="-0.826%"/>
                <a:lumOff val="1.961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Lipsa Starii:</a:t>
          </a:r>
          <a:r>
            <a:rPr lang="ro-RO" sz="2300" kern="1200" noProof="0" dirty="0"/>
            <a:t> modelele de limbaj (LLM) sunt implicit "stateless". Dupa fiecare request, modelul "uita" tot ce s-a discutat.</a:t>
          </a:r>
        </a:p>
      </dsp:txBody>
      <dsp:txXfrm rot="10800000">
        <a:off x="0" y="964"/>
        <a:ext cx="6666833" cy="1346620"/>
      </dsp:txXfrm>
    </dsp:sp>
  </dsp:spTree>
</dsp:drawing>
</file>

<file path=ppt/diagrams/drawing2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11A3D28A-6750-47A5-A9CE-3E375CA039B5}">
      <dsp:nvSpPr>
        <dsp:cNvPr id="0" name=""/>
        <dsp:cNvSpPr/>
      </dsp:nvSpPr>
      <dsp:spPr>
        <a:xfrm>
          <a:off x="0" y="54331"/>
          <a:ext cx="6666833" cy="1286634"/>
        </a:xfrm>
        <a:prstGeom prst="roundRect">
          <a:avLst/>
        </a:prstGeom>
        <a:gradFill rotWithShape="0">
          <a:gsLst>
            <a:gs pos="0%">
              <a:schemeClr val="accent2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Azure Cosmos DB</a:t>
          </a:r>
          <a:r>
            <a:rPr lang="ro-RO" sz="2300" kern="1200" noProof="0" dirty="0"/>
            <a:t>: folosim o baza de date NoSQL pentru a salva fiecare replica.</a:t>
          </a:r>
        </a:p>
      </dsp:txBody>
      <dsp:txXfrm>
        <a:off x="62808" y="117139"/>
        <a:ext cx="6541217" cy="1161018"/>
      </dsp:txXfrm>
    </dsp:sp>
    <dsp:sp modelId="{13589825-D708-4F5F-B551-2BDBF75F289E}">
      <dsp:nvSpPr>
        <dsp:cNvPr id="0" name=""/>
        <dsp:cNvSpPr/>
      </dsp:nvSpPr>
      <dsp:spPr>
        <a:xfrm>
          <a:off x="0" y="1407205"/>
          <a:ext cx="6666833" cy="1286634"/>
        </a:xfrm>
        <a:prstGeom prst="roundRect">
          <a:avLst/>
        </a:prstGeom>
        <a:gradFill rotWithShape="0">
          <a:gsLst>
            <a:gs pos="0%">
              <a:schemeClr val="accent2">
                <a:hueOff val="2147871"/>
                <a:satOff val="-6.164%"/>
                <a:lumOff val="-9.87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2147871"/>
                <a:satOff val="-6.164%"/>
                <a:lumOff val="-9.87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2147871"/>
                <a:satOff val="-6.164%"/>
                <a:lumOff val="-9.87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Schema-Agnostic:</a:t>
          </a:r>
          <a:r>
            <a:rPr lang="ro-RO" sz="2300" kern="1200" noProof="0" dirty="0"/>
            <a:t> permite flexibilitate maxima in structura datelor JSON fara a modifica schema bazei de date.</a:t>
          </a:r>
        </a:p>
      </dsp:txBody>
      <dsp:txXfrm>
        <a:off x="62808" y="1470013"/>
        <a:ext cx="6541217" cy="1161018"/>
      </dsp:txXfrm>
    </dsp:sp>
    <dsp:sp modelId="{1C782A54-9970-44C7-AA59-CDE40324DEDC}">
      <dsp:nvSpPr>
        <dsp:cNvPr id="0" name=""/>
        <dsp:cNvSpPr/>
      </dsp:nvSpPr>
      <dsp:spPr>
        <a:xfrm>
          <a:off x="0" y="2760080"/>
          <a:ext cx="6666833" cy="1286634"/>
        </a:xfrm>
        <a:prstGeom prst="roundRect">
          <a:avLst/>
        </a:prstGeom>
        <a:gradFill rotWithShape="0">
          <a:gsLst>
            <a:gs pos="0%">
              <a:schemeClr val="accent2">
                <a:hueOff val="4295743"/>
                <a:satOff val="-12.329%"/>
                <a:lumOff val="-19.73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4295743"/>
                <a:satOff val="-12.329%"/>
                <a:lumOff val="-19.73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4295743"/>
                <a:satOff val="-12.329%"/>
                <a:lumOff val="-19.73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Context-Augmented Generation (CAG)</a:t>
          </a:r>
          <a:r>
            <a:rPr lang="ro-RO" sz="2300" kern="1200" noProof="0" dirty="0"/>
            <a:t>: inainte de a raspunde, </a:t>
          </a:r>
          <a:r>
            <a:rPr lang="en-US" sz="2300" kern="1200" noProof="0" dirty="0"/>
            <a:t>a</a:t>
          </a:r>
          <a:r>
            <a:rPr lang="ro-RO" sz="2300" kern="1200" noProof="0" dirty="0"/>
            <a:t>gentul citeste ultimele n replici din baza de date.</a:t>
          </a:r>
        </a:p>
      </dsp:txBody>
      <dsp:txXfrm>
        <a:off x="62808" y="2822888"/>
        <a:ext cx="6541217" cy="1161018"/>
      </dsp:txXfrm>
    </dsp:sp>
    <dsp:sp modelId="{629EF008-C1D7-4154-8FDE-42AEE9768B30}">
      <dsp:nvSpPr>
        <dsp:cNvPr id="0" name=""/>
        <dsp:cNvSpPr/>
      </dsp:nvSpPr>
      <dsp:spPr>
        <a:xfrm>
          <a:off x="0" y="4112954"/>
          <a:ext cx="6666833" cy="1286634"/>
        </a:xfrm>
        <a:prstGeom prst="roundRect">
          <a:avLst/>
        </a:prstGeom>
        <a:gradFill rotWithShape="0">
          <a:gsLst>
            <a:gs pos="0%">
              <a:schemeClr val="accent2">
                <a:hueOff val="6443614"/>
                <a:satOff val="-18.493%"/>
                <a:lumOff val="-29.60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6443614"/>
                <a:satOff val="-18.493%"/>
                <a:lumOff val="-29.60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6443614"/>
                <a:satOff val="-18.493%"/>
                <a:lumOff val="-29.60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300" b="1" kern="1200" noProof="0" dirty="0"/>
            <a:t>Beneficiu</a:t>
          </a:r>
          <a:r>
            <a:rPr lang="ro-RO" sz="2300" kern="1200" noProof="0" dirty="0"/>
            <a:t>: putem opri serverul, iar la restart agentul isi "aminteste" tot.</a:t>
          </a:r>
        </a:p>
      </dsp:txBody>
      <dsp:txXfrm>
        <a:off x="62808" y="4175762"/>
        <a:ext cx="6541217" cy="1161018"/>
      </dsp:txXfrm>
    </dsp:sp>
  </dsp:spTree>
</dsp:drawing>
</file>

<file path=ppt/diagrams/drawing3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5EEF548C-7426-41DB-9458-0C3051B0E8E6}">
      <dsp:nvSpPr>
        <dsp:cNvPr id="0" name=""/>
        <dsp:cNvSpPr/>
      </dsp:nvSpPr>
      <dsp:spPr>
        <a:xfrm>
          <a:off x="0" y="415309"/>
          <a:ext cx="6666833" cy="2910600"/>
        </a:xfrm>
        <a:prstGeom prst="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200" kern="1200" noProof="0" dirty="0"/>
            <a:t>Fiecare proiect/discutie are partitia sa dedicata.</a:t>
          </a:r>
        </a:p>
        <a:p>
          <a:pPr marL="228600" lvl="1" indent="-228600" algn="l" defTabSz="9779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200" kern="1200" noProof="0" dirty="0"/>
            <a:t>Asigura </a:t>
          </a:r>
          <a:r>
            <a:rPr lang="ro-RO" sz="2200" b="1" kern="1200" noProof="0" dirty="0"/>
            <a:t>Partition Tolerance </a:t>
          </a:r>
          <a:r>
            <a:rPr lang="ro-RO" sz="2200" kern="1200" noProof="0" dirty="0"/>
            <a:t>(CA</a:t>
          </a:r>
          <a:r>
            <a:rPr lang="ro-RO" sz="2200" b="1" kern="1200" noProof="0" dirty="0"/>
            <a:t>P</a:t>
          </a:r>
          <a:r>
            <a:rPr lang="ro-RO" sz="2200" kern="1200" noProof="0" dirty="0"/>
            <a:t>): sistemul ramane functional si performant chiar daca numarul de sesiuni creste exponential.</a:t>
          </a:r>
        </a:p>
        <a:p>
          <a:pPr marL="228600" lvl="1" indent="-228600" algn="l" defTabSz="9779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200" kern="1200" noProof="0" dirty="0"/>
            <a:t>Asigura </a:t>
          </a:r>
          <a:r>
            <a:rPr lang="ro-RO" sz="2200" b="1" kern="1200" noProof="0" dirty="0"/>
            <a:t>izolarea completa</a:t>
          </a:r>
          <a:r>
            <a:rPr lang="ro-RO" sz="2200" kern="1200" noProof="0" dirty="0"/>
            <a:t> a datelor intre utilizatori diferiti.</a:t>
          </a:r>
        </a:p>
      </dsp:txBody>
      <dsp:txXfrm>
        <a:off x="0" y="415309"/>
        <a:ext cx="6666833" cy="2910600"/>
      </dsp:txXfrm>
    </dsp:sp>
    <dsp:sp modelId="{3D35028E-3279-4CC3-9F29-A6940F5501C8}">
      <dsp:nvSpPr>
        <dsp:cNvPr id="0" name=""/>
        <dsp:cNvSpPr/>
      </dsp:nvSpPr>
      <dsp:spPr>
        <a:xfrm>
          <a:off x="333341" y="90589"/>
          <a:ext cx="4666783" cy="649440"/>
        </a:xfrm>
        <a:prstGeom prst="roundRect">
          <a:avLst/>
        </a:prstGeom>
        <a:gradFill rotWithShape="0">
          <a:gsLst>
            <a:gs pos="0%">
              <a:schemeClr val="accent2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200" b="1" kern="1200" noProof="0" dirty="0"/>
            <a:t>Partition Key (/sessionId)</a:t>
          </a:r>
          <a:r>
            <a:rPr lang="ro-RO" sz="2200" kern="1200" noProof="0" dirty="0"/>
            <a:t>:</a:t>
          </a:r>
        </a:p>
      </dsp:txBody>
      <dsp:txXfrm>
        <a:off x="365044" y="122292"/>
        <a:ext cx="4603377" cy="586034"/>
      </dsp:txXfrm>
    </dsp:sp>
    <dsp:sp modelId="{40CB0D3E-6733-423E-BCAC-7FD7D86A1AB5}">
      <dsp:nvSpPr>
        <dsp:cNvPr id="0" name=""/>
        <dsp:cNvSpPr/>
      </dsp:nvSpPr>
      <dsp:spPr>
        <a:xfrm>
          <a:off x="0" y="3769430"/>
          <a:ext cx="6666833" cy="1593900"/>
        </a:xfrm>
        <a:prstGeom prst="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hueOff val="6443614"/>
              <a:satOff val="-18.493%"/>
              <a:lumOff val="-29.609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200" kern="1200" noProof="0" dirty="0"/>
            <a:t>Stocam role (user/AI), content, timestamp, agentName.</a:t>
          </a:r>
        </a:p>
        <a:p>
          <a:pPr marL="228600" lvl="1" indent="-228600" algn="l" defTabSz="9779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200" b="1" kern="1200" noProof="0" dirty="0"/>
            <a:t>SDK</a:t>
          </a:r>
          <a:r>
            <a:rPr lang="ro-RO" sz="2200" kern="1200" noProof="0" dirty="0"/>
            <a:t>: Azure Cosmos DB Python SDK.</a:t>
          </a:r>
        </a:p>
      </dsp:txBody>
      <dsp:txXfrm>
        <a:off x="0" y="3769430"/>
        <a:ext cx="6666833" cy="1593900"/>
      </dsp:txXfrm>
    </dsp:sp>
    <dsp:sp modelId="{C5C9BE4B-6FA9-47E5-AC6A-3B37253C160F}">
      <dsp:nvSpPr>
        <dsp:cNvPr id="0" name=""/>
        <dsp:cNvSpPr/>
      </dsp:nvSpPr>
      <dsp:spPr>
        <a:xfrm>
          <a:off x="333341" y="3444710"/>
          <a:ext cx="4666783" cy="649440"/>
        </a:xfrm>
        <a:prstGeom prst="roundRect">
          <a:avLst/>
        </a:prstGeom>
        <a:gradFill rotWithShape="0">
          <a:gsLst>
            <a:gs pos="0%">
              <a:schemeClr val="accent2">
                <a:hueOff val="6443614"/>
                <a:satOff val="-18.493%"/>
                <a:lumOff val="-29.60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6443614"/>
                <a:satOff val="-18.493%"/>
                <a:lumOff val="-29.60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6443614"/>
                <a:satOff val="-18.493%"/>
                <a:lumOff val="-29.60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200" b="1" kern="1200" noProof="0" dirty="0"/>
            <a:t>Structura documentului (JSON)</a:t>
          </a:r>
          <a:r>
            <a:rPr lang="ro-RO" sz="2200" kern="1200" noProof="0" dirty="0"/>
            <a:t>:</a:t>
          </a:r>
        </a:p>
      </dsp:txBody>
      <dsp:txXfrm>
        <a:off x="365044" y="3476413"/>
        <a:ext cx="4603377" cy="586034"/>
      </dsp:txXfrm>
    </dsp:sp>
  </dsp:spTree>
</dsp:drawing>
</file>

<file path=ppt/diagrams/drawing4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11D9E3FC-FDA4-4E91-B166-851C86A4FBFC}">
      <dsp:nvSpPr>
        <dsp:cNvPr id="0" name=""/>
        <dsp:cNvSpPr/>
      </dsp:nvSpPr>
      <dsp:spPr>
        <a:xfrm>
          <a:off x="0" y="329359"/>
          <a:ext cx="6666833" cy="1732500"/>
        </a:xfrm>
        <a:prstGeom prst="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000" b="1" kern="1200" noProof="0" dirty="0"/>
            <a:t>Technical Lead (Planner)</a:t>
          </a:r>
          <a:r>
            <a:rPr lang="ro-RO" sz="2000" kern="1200" noProof="0" dirty="0"/>
            <a:t>: </a:t>
          </a:r>
          <a:r>
            <a:rPr lang="en-US" sz="2000" kern="1200" noProof="0" dirty="0"/>
            <a:t>a</a:t>
          </a:r>
          <a:r>
            <a:rPr lang="ro-RO" sz="2000" kern="1200" noProof="0" dirty="0"/>
            <a:t>nalizeaza cerinta si creeaza planul.</a:t>
          </a:r>
        </a:p>
        <a:p>
          <a:pPr marL="228600" lvl="1" indent="-228600" algn="l" defTabSz="8890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000" b="1" kern="1200" noProof="0" dirty="0"/>
            <a:t>Senior Developer (Executant)</a:t>
          </a:r>
          <a:r>
            <a:rPr lang="ro-RO" sz="2000" kern="1200" noProof="0" dirty="0"/>
            <a:t>: </a:t>
          </a:r>
          <a:r>
            <a:rPr lang="en-US" sz="2000" kern="1200" noProof="0" dirty="0"/>
            <a:t>s</a:t>
          </a:r>
          <a:r>
            <a:rPr lang="ro-RO" sz="2000" kern="1200" noProof="0" dirty="0"/>
            <a:t>crie codul pe baza planului.</a:t>
          </a:r>
        </a:p>
      </dsp:txBody>
      <dsp:txXfrm>
        <a:off x="0" y="329359"/>
        <a:ext cx="6666833" cy="1732500"/>
      </dsp:txXfrm>
    </dsp:sp>
    <dsp:sp modelId="{988F3462-A8FE-4A73-A213-90A0DDFC1E2D}">
      <dsp:nvSpPr>
        <dsp:cNvPr id="0" name=""/>
        <dsp:cNvSpPr/>
      </dsp:nvSpPr>
      <dsp:spPr>
        <a:xfrm>
          <a:off x="333341" y="34159"/>
          <a:ext cx="4666783" cy="590400"/>
        </a:xfrm>
        <a:prstGeom prst="roundRect">
          <a:avLst/>
        </a:prstGeom>
        <a:gradFill rotWithShape="0">
          <a:gsLst>
            <a:gs pos="0%">
              <a:schemeClr val="accent2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000" b="1" kern="1200" noProof="0" dirty="0"/>
            <a:t>Roluri Definite:</a:t>
          </a:r>
          <a:endParaRPr lang="ro-RO" sz="2000" kern="1200" noProof="0" dirty="0"/>
        </a:p>
      </dsp:txBody>
      <dsp:txXfrm>
        <a:off x="362162" y="62980"/>
        <a:ext cx="4609141" cy="532758"/>
      </dsp:txXfrm>
    </dsp:sp>
    <dsp:sp modelId="{C6255F2C-5690-4C34-ACA2-1D5FB6075821}">
      <dsp:nvSpPr>
        <dsp:cNvPr id="0" name=""/>
        <dsp:cNvSpPr/>
      </dsp:nvSpPr>
      <dsp:spPr>
        <a:xfrm>
          <a:off x="0" y="2465059"/>
          <a:ext cx="6666833" cy="1134000"/>
        </a:xfrm>
        <a:prstGeom prst="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hueOff val="3221807"/>
              <a:satOff val="-9.246%"/>
              <a:lumOff val="-14.805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000" kern="1200" noProof="0" dirty="0"/>
            <a:t>Comanda /switch schimba doar "Personalitatea" (System Prompt).</a:t>
          </a:r>
        </a:p>
      </dsp:txBody>
      <dsp:txXfrm>
        <a:off x="0" y="2465059"/>
        <a:ext cx="6666833" cy="1134000"/>
      </dsp:txXfrm>
    </dsp:sp>
    <dsp:sp modelId="{F8340247-D80A-42DD-832E-4104837EE2B6}">
      <dsp:nvSpPr>
        <dsp:cNvPr id="0" name=""/>
        <dsp:cNvSpPr/>
      </dsp:nvSpPr>
      <dsp:spPr>
        <a:xfrm>
          <a:off x="333341" y="2169859"/>
          <a:ext cx="4666783" cy="590400"/>
        </a:xfrm>
        <a:prstGeom prst="roundRect">
          <a:avLst/>
        </a:prstGeom>
        <a:gradFill rotWithShape="0">
          <a:gsLst>
            <a:gs pos="0%">
              <a:schemeClr val="accent2">
                <a:hueOff val="3221807"/>
                <a:satOff val="-9.246%"/>
                <a:lumOff val="-14.805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3221807"/>
                <a:satOff val="-9.246%"/>
                <a:lumOff val="-14.805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3221807"/>
                <a:satOff val="-9.246%"/>
                <a:lumOff val="-14.805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000" b="1" kern="1200" noProof="0" dirty="0"/>
            <a:t>Handoff (Predare stafeta)</a:t>
          </a:r>
          <a:r>
            <a:rPr lang="ro-RO" sz="2000" kern="1200" noProof="0" dirty="0"/>
            <a:t>:</a:t>
          </a:r>
        </a:p>
      </dsp:txBody>
      <dsp:txXfrm>
        <a:off x="362162" y="2198680"/>
        <a:ext cx="4609141" cy="532758"/>
      </dsp:txXfrm>
    </dsp:sp>
    <dsp:sp modelId="{C4A03273-B591-4285-B19F-F15DE9BD184C}">
      <dsp:nvSpPr>
        <dsp:cNvPr id="0" name=""/>
        <dsp:cNvSpPr/>
      </dsp:nvSpPr>
      <dsp:spPr>
        <a:xfrm>
          <a:off x="0" y="4002260"/>
          <a:ext cx="6666833" cy="1417500"/>
        </a:xfrm>
        <a:prstGeom prst="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hueOff val="6443614"/>
              <a:satOff val="-18.493%"/>
              <a:lumOff val="-29.609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ro-RO" sz="2000" b="1" kern="1200" noProof="0" dirty="0"/>
            <a:t>Memoria ramane comuna</a:t>
          </a:r>
          <a:r>
            <a:rPr lang="ro-RO" sz="2000" kern="1200" noProof="0" dirty="0"/>
            <a:t>: Developer-ul "vede" ce a discutat User-ul cu Planner-ul, fara a fi nevoie de o comunicare directa intre agenti.</a:t>
          </a:r>
        </a:p>
      </dsp:txBody>
      <dsp:txXfrm>
        <a:off x="0" y="4002260"/>
        <a:ext cx="6666833" cy="1417500"/>
      </dsp:txXfrm>
    </dsp:sp>
    <dsp:sp modelId="{CA9CBA99-F4C8-49F2-BFD2-86A446312E04}">
      <dsp:nvSpPr>
        <dsp:cNvPr id="0" name=""/>
        <dsp:cNvSpPr/>
      </dsp:nvSpPr>
      <dsp:spPr>
        <a:xfrm>
          <a:off x="333341" y="3707060"/>
          <a:ext cx="4666783" cy="590400"/>
        </a:xfrm>
        <a:prstGeom prst="roundRect">
          <a:avLst/>
        </a:prstGeom>
        <a:gradFill rotWithShape="0">
          <a:gsLst>
            <a:gs pos="0%">
              <a:schemeClr val="accent2">
                <a:hueOff val="6443614"/>
                <a:satOff val="-18.493%"/>
                <a:lumOff val="-29.60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6443614"/>
                <a:satOff val="-18.493%"/>
                <a:lumOff val="-29.60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6443614"/>
                <a:satOff val="-18.493%"/>
                <a:lumOff val="-29.60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000" kern="1200" noProof="0" dirty="0"/>
            <a:t>Arhitectura </a:t>
          </a:r>
          <a:r>
            <a:rPr lang="ro-RO" sz="2000" b="1" kern="1200" noProof="0" dirty="0"/>
            <a:t>Shared State</a:t>
          </a:r>
          <a:r>
            <a:rPr lang="ro-RO" sz="2000" kern="1200" noProof="0" dirty="0"/>
            <a:t>:</a:t>
          </a:r>
        </a:p>
      </dsp:txBody>
      <dsp:txXfrm>
        <a:off x="362162" y="3735881"/>
        <a:ext cx="4609141" cy="532758"/>
      </dsp:txXfrm>
    </dsp:sp>
  </dsp:spTree>
</dsp:drawing>
</file>

<file path=ppt/diagrams/drawing5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49FFAF3B-6351-46BB-98A2-D4D0E2AD6E44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%">
              <a:schemeClr val="accent2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3100" b="1" kern="1200" noProof="0" dirty="0"/>
            <a:t>Solutia</a:t>
          </a:r>
          <a:r>
            <a:rPr lang="ro-RO" sz="3100" kern="1200" noProof="0" dirty="0"/>
            <a:t>: Comanda /clean.</a:t>
          </a:r>
        </a:p>
      </dsp:txBody>
      <dsp:txXfrm>
        <a:off x="0" y="3291729"/>
        <a:ext cx="6666833" cy="1166254"/>
      </dsp:txXfrm>
    </dsp:sp>
    <dsp:sp modelId="{3BB32413-25BC-4E8B-9545-0533D72FDA3E}">
      <dsp:nvSpPr>
        <dsp:cNvPr id="0" name=""/>
        <dsp:cNvSpPr/>
      </dsp:nvSpPr>
      <dsp:spPr>
        <a:xfrm>
          <a:off x="0" y="4414789"/>
          <a:ext cx="3333416" cy="993476"/>
        </a:xfrm>
        <a:prstGeom prst="rect">
          <a:avLst/>
        </a:prstGeom>
        <a:solidFill>
          <a:schemeClr val="accent2">
            <a:tint val="40%"/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tint val="40%"/>
              <a:alpha val="90%"/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200" kern="1200" noProof="0" dirty="0"/>
            <a:t>sterge fizic documentele asociate sesiunii curente din Cosmos DB.</a:t>
          </a:r>
        </a:p>
      </dsp:txBody>
      <dsp:txXfrm>
        <a:off x="0" y="4414789"/>
        <a:ext cx="3333416" cy="993476"/>
      </dsp:txXfrm>
    </dsp:sp>
    <dsp:sp modelId="{9394A204-007F-4906-A1B6-4CEF94EB0177}">
      <dsp:nvSpPr>
        <dsp:cNvPr id="0" name=""/>
        <dsp:cNvSpPr/>
      </dsp:nvSpPr>
      <dsp:spPr>
        <a:xfrm>
          <a:off x="3333416" y="4414789"/>
          <a:ext cx="3333416" cy="993476"/>
        </a:xfrm>
        <a:prstGeom prst="rect">
          <a:avLst/>
        </a:prstGeom>
        <a:solidFill>
          <a:schemeClr val="accent2">
            <a:tint val="40%"/>
            <a:alpha val="90%"/>
            <a:hueOff val="6734718"/>
            <a:satOff val="-62.232%"/>
            <a:lumOff val="-7.015%"/>
            <a:alphaOff val="0%"/>
          </a:schemeClr>
        </a:solidFill>
        <a:ln w="12700" cap="flat" cmpd="sng" algn="ctr">
          <a:solidFill>
            <a:schemeClr val="accent2">
              <a:tint val="40%"/>
              <a:alpha val="90%"/>
              <a:hueOff val="6734718"/>
              <a:satOff val="-62.232%"/>
              <a:lumOff val="-7.015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200" kern="1200" noProof="0" dirty="0"/>
            <a:t>permite un "Fresh Start" fara a schimba baza de date.</a:t>
          </a:r>
        </a:p>
      </dsp:txBody>
      <dsp:txXfrm>
        <a:off x="3333416" y="4414789"/>
        <a:ext cx="3333416" cy="993476"/>
      </dsp:txXfrm>
    </dsp:sp>
    <dsp:sp modelId="{EE3D8DB2-1025-4052-B27A-CBED50E3EEAB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%">
              <a:schemeClr val="accent2">
                <a:hueOff val="6443614"/>
                <a:satOff val="-18.493%"/>
                <a:lumOff val="-29.60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6443614"/>
                <a:satOff val="-18.493%"/>
                <a:lumOff val="-29.60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6443614"/>
                <a:satOff val="-18.493%"/>
                <a:lumOff val="-29.60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3100" b="1" kern="1200" noProof="0" dirty="0"/>
            <a:t>Problema</a:t>
          </a:r>
          <a:r>
            <a:rPr lang="ro-RO" sz="3100" kern="1200" noProof="0" dirty="0"/>
            <a:t>: daca memoria devine prea mare sau contine erori, agentul se blocheaza in bucle gresite.</a:t>
          </a:r>
        </a:p>
      </dsp:txBody>
      <dsp:txXfrm rot="10800000">
        <a:off x="0" y="2459"/>
        <a:ext cx="6666833" cy="2158319"/>
      </dsp:txXfrm>
    </dsp:sp>
  </dsp:spTree>
</dsp:drawing>
</file>

<file path=ppt/diagrams/drawing6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C650EAA7-C42A-484A-811F-955F417C46E5}">
      <dsp:nvSpPr>
        <dsp:cNvPr id="0" name=""/>
        <dsp:cNvSpPr/>
      </dsp:nvSpPr>
      <dsp:spPr>
        <a:xfrm>
          <a:off x="0" y="98307"/>
          <a:ext cx="6666833" cy="1275446"/>
        </a:xfrm>
        <a:prstGeom prst="roundRect">
          <a:avLst/>
        </a:prstGeom>
        <a:gradFill rotWithShape="0">
          <a:gsLst>
            <a:gs pos="0%">
              <a:schemeClr val="accent5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1800" kern="1200" noProof="0" dirty="0"/>
            <a:t>Obiectiv demo: testarea capacitatii agentilor de a crea un sistem real de ingestie de date (Data Pipeline).</a:t>
          </a:r>
        </a:p>
      </dsp:txBody>
      <dsp:txXfrm>
        <a:off x="62262" y="160569"/>
        <a:ext cx="6542309" cy="1150922"/>
      </dsp:txXfrm>
    </dsp:sp>
    <dsp:sp modelId="{960C4C17-F73C-41A0-8664-CF2B855D79BA}">
      <dsp:nvSpPr>
        <dsp:cNvPr id="0" name=""/>
        <dsp:cNvSpPr/>
      </dsp:nvSpPr>
      <dsp:spPr>
        <a:xfrm>
          <a:off x="0" y="1425593"/>
          <a:ext cx="6666833" cy="1275446"/>
        </a:xfrm>
        <a:prstGeom prst="roundRect">
          <a:avLst/>
        </a:prstGeom>
        <a:gradFill rotWithShape="0">
          <a:gsLst>
            <a:gs pos="0%">
              <a:schemeClr val="accent5">
                <a:hueOff val="-4050717"/>
                <a:satOff val="-0.275%"/>
                <a:lumOff val="0.654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-4050717"/>
                <a:satOff val="-0.275%"/>
                <a:lumOff val="0.654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-4050717"/>
                <a:satOff val="-0.275%"/>
                <a:lumOff val="0.654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1800" kern="1200" noProof="0" dirty="0"/>
            <a:t>Rezultatul generat: agentii au proiectat si implementat autonom un script de monitorizare si unul de generare.</a:t>
          </a:r>
        </a:p>
      </dsp:txBody>
      <dsp:txXfrm>
        <a:off x="62262" y="1487855"/>
        <a:ext cx="6542309" cy="1150922"/>
      </dsp:txXfrm>
    </dsp:sp>
    <dsp:sp modelId="{7E8ADAE9-0D37-459D-BB2B-CC14615C1E73}">
      <dsp:nvSpPr>
        <dsp:cNvPr id="0" name=""/>
        <dsp:cNvSpPr/>
      </dsp:nvSpPr>
      <dsp:spPr>
        <a:xfrm>
          <a:off x="0" y="2752880"/>
          <a:ext cx="6666833" cy="1275446"/>
        </a:xfrm>
        <a:prstGeom prst="roundRect">
          <a:avLst/>
        </a:prstGeom>
        <a:gradFill rotWithShape="0">
          <a:gsLst>
            <a:gs pos="0%">
              <a:schemeClr val="accent5">
                <a:hueOff val="-8101434"/>
                <a:satOff val="-0.551%"/>
                <a:lumOff val="1.307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-8101434"/>
                <a:satOff val="-0.551%"/>
                <a:lumOff val="1.307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-8101434"/>
                <a:satOff val="-0.551%"/>
                <a:lumOff val="1.307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1800" kern="1200" noProof="0" dirty="0"/>
            <a:t>Robustete: initial, s-a propus o abordare Event-Driven. Pentru a depasi limitarile OS (Windows File Events), agentii au implementat o arhitectura de tip Polling, garantand consistenta datelor si evitand pierderile.</a:t>
          </a:r>
        </a:p>
      </dsp:txBody>
      <dsp:txXfrm>
        <a:off x="62262" y="2815142"/>
        <a:ext cx="6542309" cy="1150922"/>
      </dsp:txXfrm>
    </dsp:sp>
    <dsp:sp modelId="{9298D79D-0EDA-4D4B-81F1-F89192D9FC56}">
      <dsp:nvSpPr>
        <dsp:cNvPr id="0" name=""/>
        <dsp:cNvSpPr/>
      </dsp:nvSpPr>
      <dsp:spPr>
        <a:xfrm>
          <a:off x="0" y="4080166"/>
          <a:ext cx="6666833" cy="1275446"/>
        </a:xfrm>
        <a:prstGeom prst="roundRect">
          <a:avLst/>
        </a:prstGeom>
        <a:gradFill rotWithShape="0">
          <a:gsLst>
            <a:gs pos="0%">
              <a:schemeClr val="accent5">
                <a:hueOff val="-12152150"/>
                <a:satOff val="-0.826%"/>
                <a:lumOff val="1.961%"/>
                <a:alphaOff val="0%"/>
                <a:satMod val="103%"/>
                <a:lumMod val="102%"/>
                <a:tint val="94%"/>
              </a:schemeClr>
            </a:gs>
            <a:gs pos="50%">
              <a:schemeClr val="accent5">
                <a:hueOff val="-12152150"/>
                <a:satOff val="-0.826%"/>
                <a:lumOff val="1.961%"/>
                <a:alphaOff val="0%"/>
                <a:satMod val="110%"/>
                <a:lumMod val="100%"/>
                <a:shade val="100%"/>
              </a:schemeClr>
            </a:gs>
            <a:gs pos="100%">
              <a:schemeClr val="accent5">
                <a:hueOff val="-12152150"/>
                <a:satOff val="-0.826%"/>
                <a:lumOff val="1.961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1800" kern="1200" noProof="0" dirty="0"/>
            <a:t>Concluzie: sistemul Multi-Agent nu produce doar text, ci software functional si rezilient.</a:t>
          </a:r>
        </a:p>
      </dsp:txBody>
      <dsp:txXfrm>
        <a:off x="62262" y="4142428"/>
        <a:ext cx="6542309" cy="1150922"/>
      </dsp:txXfrm>
    </dsp:sp>
  </dsp:spTree>
</dsp:drawing>
</file>

<file path=ppt/diagrams/drawing7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9A4CC3B7-428C-4F99-A661-6C4C5370393E}">
      <dsp:nvSpPr>
        <dsp:cNvPr id="0" name=""/>
        <dsp:cNvSpPr/>
      </dsp:nvSpPr>
      <dsp:spPr>
        <a:xfrm>
          <a:off x="0" y="787910"/>
          <a:ext cx="6666833" cy="1233179"/>
        </a:xfrm>
        <a:prstGeom prst="roundRect">
          <a:avLst/>
        </a:prstGeom>
        <a:gradFill rotWithShape="0">
          <a:gsLst>
            <a:gs pos="0%">
              <a:schemeClr val="accent2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3100" b="1" kern="1200" noProof="0" dirty="0"/>
            <a:t>Persistenta</a:t>
          </a:r>
          <a:r>
            <a:rPr lang="ro-RO" sz="3100" kern="1200" noProof="0" dirty="0"/>
            <a:t>: memoria supravietuieste restartarii aplicatiei.</a:t>
          </a:r>
        </a:p>
      </dsp:txBody>
      <dsp:txXfrm>
        <a:off x="60199" y="848109"/>
        <a:ext cx="6546435" cy="1112781"/>
      </dsp:txXfrm>
    </dsp:sp>
    <dsp:sp modelId="{0F69FAC1-9D6A-4EEF-9851-0BEC9DE40667}">
      <dsp:nvSpPr>
        <dsp:cNvPr id="0" name=""/>
        <dsp:cNvSpPr/>
      </dsp:nvSpPr>
      <dsp:spPr>
        <a:xfrm>
          <a:off x="0" y="2110370"/>
          <a:ext cx="6666833" cy="1233179"/>
        </a:xfrm>
        <a:prstGeom prst="roundRect">
          <a:avLst/>
        </a:prstGeom>
        <a:gradFill rotWithShape="0">
          <a:gsLst>
            <a:gs pos="0%">
              <a:schemeClr val="accent2">
                <a:hueOff val="3221807"/>
                <a:satOff val="-9.246%"/>
                <a:lumOff val="-14.805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3221807"/>
                <a:satOff val="-9.246%"/>
                <a:lumOff val="-14.805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3221807"/>
                <a:satOff val="-9.246%"/>
                <a:lumOff val="-14.805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3100" b="1" kern="1200" noProof="0" dirty="0"/>
            <a:t>Scalabilitate</a:t>
          </a:r>
          <a:r>
            <a:rPr lang="ro-RO" sz="3100" kern="1200" noProof="0" dirty="0"/>
            <a:t>: arhitectura Cloud permite mii de sesiuni simultane.</a:t>
          </a:r>
        </a:p>
      </dsp:txBody>
      <dsp:txXfrm>
        <a:off x="60199" y="2170569"/>
        <a:ext cx="6546435" cy="1112781"/>
      </dsp:txXfrm>
    </dsp:sp>
    <dsp:sp modelId="{50399C0C-3678-4D20-9A4B-BCA59E198597}">
      <dsp:nvSpPr>
        <dsp:cNvPr id="0" name=""/>
        <dsp:cNvSpPr/>
      </dsp:nvSpPr>
      <dsp:spPr>
        <a:xfrm>
          <a:off x="0" y="3432830"/>
          <a:ext cx="6666833" cy="1233179"/>
        </a:xfrm>
        <a:prstGeom prst="roundRect">
          <a:avLst/>
        </a:prstGeom>
        <a:gradFill rotWithShape="0">
          <a:gsLst>
            <a:gs pos="0%">
              <a:schemeClr val="accent2">
                <a:hueOff val="6443614"/>
                <a:satOff val="-18.493%"/>
                <a:lumOff val="-29.60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6443614"/>
                <a:satOff val="-18.493%"/>
                <a:lumOff val="-29.60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6443614"/>
                <a:satOff val="-18.493%"/>
                <a:lumOff val="-29.60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3100" b="1" kern="1200" noProof="0" dirty="0"/>
            <a:t>Colaborare</a:t>
          </a:r>
          <a:r>
            <a:rPr lang="ro-RO" sz="3100" kern="1200" noProof="0" dirty="0"/>
            <a:t>: agentii lucreaza pe acelasi fir narativ.</a:t>
          </a:r>
        </a:p>
      </dsp:txBody>
      <dsp:txXfrm>
        <a:off x="60199" y="3493029"/>
        <a:ext cx="6546435" cy="1112781"/>
      </dsp:txXfrm>
    </dsp:sp>
  </dsp:spTree>
</dsp:drawing>
</file>

<file path=ppt/diagrams/drawing8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79A3E4FC-1A4C-4AEB-9CD5-B402CB9E21A3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%">
              <a:schemeClr val="accent2">
                <a:hueOff val="0"/>
                <a:satOff val="0%"/>
                <a:lumOff val="0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0"/>
                <a:satOff val="0%"/>
                <a:lumOff val="0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0"/>
                <a:satOff val="0%"/>
                <a:lumOff val="0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400" kern="1200" noProof="0" dirty="0"/>
            <a:t>Rezultat: depasirea limitarilor modelelor standard (Context Window limitat, lipsa memorie) prin integrarea cu un sistem simbolic extern, creand un agent cognitiv capabil de rationament pe termen lung</a:t>
          </a:r>
        </a:p>
      </dsp:txBody>
      <dsp:txXfrm>
        <a:off x="0" y="3291729"/>
        <a:ext cx="6666833" cy="2159731"/>
      </dsp:txXfrm>
    </dsp:sp>
    <dsp:sp modelId="{645B3BC1-7B18-4D96-9831-F5557B31CF46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%">
              <a:schemeClr val="accent2">
                <a:hueOff val="6443614"/>
                <a:satOff val="-18.493%"/>
                <a:lumOff val="-29.609%"/>
                <a:alphaOff val="0%"/>
                <a:satMod val="103%"/>
                <a:lumMod val="102%"/>
                <a:tint val="94%"/>
              </a:schemeClr>
            </a:gs>
            <a:gs pos="50%">
              <a:schemeClr val="accent2">
                <a:hueOff val="6443614"/>
                <a:satOff val="-18.493%"/>
                <a:lumOff val="-29.609%"/>
                <a:alphaOff val="0%"/>
                <a:satMod val="110%"/>
                <a:lumMod val="100%"/>
                <a:shade val="100%"/>
              </a:schemeClr>
            </a:gs>
            <a:gs pos="100%">
              <a:schemeClr val="accent2">
                <a:hueOff val="6443614"/>
                <a:satOff val="-18.493%"/>
                <a:lumOff val="-29.609%"/>
                <a:alphaOff val="0%"/>
                <a:lumMod val="99%"/>
                <a:satMod val="120%"/>
                <a:shade val="78%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%" g="0%" b="0%"/>
        </a:lnRef>
        <a:fillRef idx="3">
          <a:scrgbClr r="0%" g="0%" b="0%"/>
        </a:fillRef>
        <a:effectRef idx="2">
          <a:scrgbClr r="0%" g="0%" b="0%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2400" kern="1200" noProof="0" dirty="0"/>
            <a:t>Sinteza: proiectul implementeaza o arhitectura hibrida care combina doua paradigme:</a:t>
          </a:r>
        </a:p>
      </dsp:txBody>
      <dsp:txXfrm rot="-10800000">
        <a:off x="0" y="2459"/>
        <a:ext cx="6666833" cy="1165904"/>
      </dsp:txXfrm>
    </dsp:sp>
    <dsp:sp modelId="{A5F71D53-7BB9-4045-A111-E79D43DF02C4}">
      <dsp:nvSpPr>
        <dsp:cNvPr id="0" name=""/>
        <dsp:cNvSpPr/>
      </dsp:nvSpPr>
      <dsp:spPr>
        <a:xfrm>
          <a:off x="0" y="1168364"/>
          <a:ext cx="3333416" cy="993178"/>
        </a:xfrm>
        <a:prstGeom prst="rect">
          <a:avLst/>
        </a:prstGeom>
        <a:solidFill>
          <a:schemeClr val="accent2">
            <a:tint val="40%"/>
            <a:alpha val="90%"/>
            <a:hueOff val="0"/>
            <a:satOff val="0%"/>
            <a:lumOff val="0%"/>
            <a:alphaOff val="0%"/>
          </a:schemeClr>
        </a:solidFill>
        <a:ln w="12700" cap="flat" cmpd="sng" algn="ctr">
          <a:solidFill>
            <a:schemeClr val="accent2">
              <a:tint val="40%"/>
              <a:alpha val="90%"/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1600" kern="1200" noProof="0" dirty="0"/>
            <a:t>Componenta Neurala (LLM): Google Gemini ofera intuitia lingvistica si flexibilitatea in intelegerea intentiei utilizatorului.</a:t>
          </a:r>
        </a:p>
      </dsp:txBody>
      <dsp:txXfrm>
        <a:off x="0" y="1168364"/>
        <a:ext cx="3333416" cy="993178"/>
      </dsp:txXfrm>
    </dsp:sp>
    <dsp:sp modelId="{2E1D2E7F-E620-4B76-A765-4D71935ED2A4}">
      <dsp:nvSpPr>
        <dsp:cNvPr id="0" name=""/>
        <dsp:cNvSpPr/>
      </dsp:nvSpPr>
      <dsp:spPr>
        <a:xfrm>
          <a:off x="3333416" y="1168364"/>
          <a:ext cx="3333416" cy="993178"/>
        </a:xfrm>
        <a:prstGeom prst="rect">
          <a:avLst/>
        </a:prstGeom>
        <a:solidFill>
          <a:schemeClr val="accent2">
            <a:tint val="40%"/>
            <a:alpha val="90%"/>
            <a:hueOff val="6734718"/>
            <a:satOff val="-62.232%"/>
            <a:lumOff val="-7.015%"/>
            <a:alphaOff val="0%"/>
          </a:schemeClr>
        </a:solidFill>
        <a:ln w="12700" cap="flat" cmpd="sng" algn="ctr">
          <a:solidFill>
            <a:schemeClr val="accent2">
              <a:tint val="40%"/>
              <a:alpha val="90%"/>
              <a:hueOff val="6734718"/>
              <a:satOff val="-62.232%"/>
              <a:lumOff val="-7.015%"/>
              <a:alphaOff val="0%"/>
            </a:schemeClr>
          </a:solidFill>
          <a:prstDash val="solid"/>
          <a:miter lim="800%"/>
        </a:ln>
        <a:effectLst/>
      </dsp:spPr>
      <dsp:style>
        <a:lnRef idx="1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ro-RO" sz="1600" kern="1200" noProof="0" dirty="0"/>
            <a:t>Componenta Simbolica (Structura): Azure Cosmos DB si logica din codul Python ofera rigoare, persistenta si reguli clare.</a:t>
          </a:r>
        </a:p>
      </dsp:txBody>
      <dsp:txXfrm>
        <a:off x="3333416" y="1168364"/>
        <a:ext cx="3333416" cy="993178"/>
      </dsp:txXfrm>
    </dsp:sp>
  </dsp:spTree>
</dsp:drawing>
</file>

<file path=ppt/diagrams/layout1.xml><?xml version="1.0" encoding="utf-8"?>
<dgm:layoutDef xmlns:dgm="http://purl.oclc.org/ooxml/drawingml/diagram" xmlns:a="http://purl.oclc.org/ooxml/drawingml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purl.oclc.org/ooxml/officeDocument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purl.oclc.org/ooxml/officeDocument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purl.oclc.org/ooxml/officeDocument/relationships" type="rect" r:blip="" zOrderOff="1" hideGeom="1">
                    <dgm:adjLst/>
                  </dgm:shape>
                </dgm:if>
                <dgm:else name="Name9">
                  <dgm:shape xmlns:r="http://purl.oclc.org/ooxml/officeDocument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purl.oclc.org/ooxml/officeDocument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purl.oclc.org/ooxml/officeDocument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purl.oclc.org/ooxml/officeDocument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purl.oclc.org/ooxml/officeDocument/relationships" type="rect" r:blip="" zOrderOff="1" hideGeom="1">
                    <dgm:adjLst/>
                  </dgm:shape>
                </dgm:if>
                <dgm:else name="Name23">
                  <dgm:shape xmlns:r="http://purl.oclc.org/ooxml/officeDocument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purl.oclc.org/ooxml/officeDocument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purl.oclc.org/ooxml/officeDocument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purl.oclc.org/ooxml/drawingml/diagram" xmlns:a="http://purl.oclc.org/ooxml/drawingml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purl.oclc.org/ooxml/officeDocument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purl.oclc.org/ooxml/officeDocument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purl.oclc.org/ooxml/officeDocument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purl.oclc.org/ooxml/officeDocument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purl.oclc.org/ooxml/drawingml/diagram" xmlns:a="http://purl.oclc.org/ooxml/drawingml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purl.oclc.org/ooxml/officeDocument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purl.oclc.org/ooxml/officeDocument/relationships" r:blip="">
          <dgm:adjLst/>
        </dgm:shape>
        <dgm:presOf/>
        <dgm:constrLst/>
        <dgm:ruleLst/>
        <dgm:layoutNode name="parentLeftMargin">
          <dgm:alg type="sp"/>
          <dgm:shape xmlns:r="http://purl.oclc.org/ooxml/officeDocument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purl.oclc.org/ooxml/officeDocument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purl.oclc.org/ooxml/officeDocument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purl.oclc.org/ooxml/officeDocument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purl.oclc.org/ooxml/officeDocument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purl.oclc.org/ooxml/drawingml/diagram" xmlns:a="http://purl.oclc.org/ooxml/drawingml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purl.oclc.org/ooxml/officeDocument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purl.oclc.org/ooxml/officeDocument/relationships" r:blip="">
          <dgm:adjLst/>
        </dgm:shape>
        <dgm:presOf/>
        <dgm:constrLst/>
        <dgm:ruleLst/>
        <dgm:layoutNode name="parentLeftMargin">
          <dgm:alg type="sp"/>
          <dgm:shape xmlns:r="http://purl.oclc.org/ooxml/officeDocument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purl.oclc.org/ooxml/officeDocument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purl.oclc.org/ooxml/officeDocument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purl.oclc.org/ooxml/officeDocument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purl.oclc.org/ooxml/officeDocument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purl.oclc.org/ooxml/drawingml/diagram" xmlns:a="http://purl.oclc.org/ooxml/drawingml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purl.oclc.org/ooxml/officeDocument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purl.oclc.org/ooxml/officeDocument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purl.oclc.org/ooxml/officeDocument/relationships" type="rect" r:blip="" zOrderOff="1" hideGeom="1">
                    <dgm:adjLst/>
                  </dgm:shape>
                </dgm:if>
                <dgm:else name="Name9">
                  <dgm:shape xmlns:r="http://purl.oclc.org/ooxml/officeDocument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purl.oclc.org/ooxml/officeDocument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purl.oclc.org/ooxml/officeDocument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purl.oclc.org/ooxml/officeDocument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purl.oclc.org/ooxml/officeDocument/relationships" type="rect" r:blip="" zOrderOff="1" hideGeom="1">
                    <dgm:adjLst/>
                  </dgm:shape>
                </dgm:if>
                <dgm:else name="Name23">
                  <dgm:shape xmlns:r="http://purl.oclc.org/ooxml/officeDocument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purl.oclc.org/ooxml/officeDocument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purl.oclc.org/ooxml/officeDocument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purl.oclc.org/ooxml/drawingml/diagram" xmlns:a="http://purl.oclc.org/ooxml/drawingml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purl.oclc.org/ooxml/officeDocument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purl.oclc.org/ooxml/officeDocument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purl.oclc.org/ooxml/officeDocument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purl.oclc.org/ooxml/officeDocument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purl.oclc.org/ooxml/drawingml/diagram" xmlns:a="http://purl.oclc.org/ooxml/drawingml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purl.oclc.org/ooxml/officeDocument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purl.oclc.org/ooxml/officeDocument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purl.oclc.org/ooxml/officeDocument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purl.oclc.org/ooxml/officeDocument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purl.oclc.org/ooxml/drawingml/diagram" xmlns:a="http://purl.oclc.org/ooxml/drawingml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purl.oclc.org/ooxml/officeDocument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purl.oclc.org/ooxml/officeDocument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purl.oclc.org/ooxml/officeDocument/relationships" type="rect" r:blip="" zOrderOff="1" hideGeom="1">
                    <dgm:adjLst/>
                  </dgm:shape>
                </dgm:if>
                <dgm:else name="Name9">
                  <dgm:shape xmlns:r="http://purl.oclc.org/ooxml/officeDocument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purl.oclc.org/ooxml/officeDocument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purl.oclc.org/ooxml/officeDocument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purl.oclc.org/ooxml/officeDocument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purl.oclc.org/ooxml/officeDocument/relationships" type="rect" r:blip="" zOrderOff="1" hideGeom="1">
                    <dgm:adjLst/>
                  </dgm:shape>
                </dgm:if>
                <dgm:else name="Name23">
                  <dgm:shape xmlns:r="http://purl.oclc.org/ooxml/officeDocument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purl.oclc.org/ooxml/officeDocument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purl.oclc.org/ooxml/officeDocument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2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3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4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5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6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7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8.xml><?xml version="1.0" encoding="utf-8"?>
<dgm:styleDef xmlns:dgm="http://purl.oclc.org/ooxml/drawingml/diagram" xmlns:a="http://purl.oclc.org/ooxml/drawingml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1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3">
        <a:scrgbClr r="0%" g="0%" b="0%"/>
      </a:fillRef>
      <a:effectRef idx="2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2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3">
        <a:scrgbClr r="0%" g="0%" b="0%"/>
      </a:fillRef>
      <a:effectRef idx="2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FB0-7A41-06E2-0713-BCDD43EB2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80F1F-ED82-0EB8-856C-C061C241C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12791-5B45-EB43-DB8B-A0E0C144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8B0FD-A3FC-5A58-FCBF-28F6FEA4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A67D4-F7FB-8D57-A7A6-3629F8DA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342393644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8AB-0C58-819C-43CF-EAA2280B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A1FE-362C-CB41-2B91-849011CB0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2B271-C61D-68C7-69BA-BA00D5E9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B35F0-EE83-804A-4823-58C96AA9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E04A3-C881-70CD-4B82-9FCE933D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88046116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B2C9-74E5-0B92-704E-874AF10A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0353A-4B14-F1C5-A3D2-C846683E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74E4E-1378-BEBA-33B9-A33D0371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0A61-EE91-CE0A-ED6A-BE72ED2B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19E27-F9DF-883F-8474-02A4AB9C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4911915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FDA2-948C-3B89-EFC6-C0564362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65700-95ED-483C-038F-B28D7C481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7AEC-29A8-54A9-974A-386D9E9C0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561CA-A8F0-6342-40D4-B0DA4BA3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0FEC3-9161-087D-6F07-1D7FCB22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1ED7B-622A-8490-902E-170E7B71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109576838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8944-4A64-226F-CCF3-199CC181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5C09A-DE27-7047-C7D6-520C86DFB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CB10C-3F98-67D9-763C-B2F8D74F0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AA5B3-470F-94A7-6B24-EDEB9EF0E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38566-608F-10A8-9C9E-D6FE18257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EB888-1C5A-6994-DDE6-622C2D60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ED3EA-90D4-B93A-F1AF-279AEA30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04B13-301E-5BC9-317B-EA5DE230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73839987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25D6-7CE0-E1D8-942C-13243DF8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3E269-D114-84C6-71B4-AAE71800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E9A23-8B1A-ECAB-190D-2E0320FA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9E806-87DB-6B07-0DE9-C2D9B3AF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3333843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CF363-4A58-C2BB-B69D-49544B52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5F55F-4E40-24F0-2BE4-F8CDF9F0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E7DBA-1F69-BC59-E242-4EE5B123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35886901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C6A9-D460-090D-3637-DB84CAB3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E30A7-9919-1EE1-CB1D-23DFB22FD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E5E44-9A7B-AA95-AAD6-89FF7AD5E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EB5D8-293C-15E2-F626-244DEAC4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0DB66-2557-BF47-B1FB-677AFCD6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078FF-81D0-678C-7AD0-2B2B737D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71405085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8F380-BB6C-A02D-F4CF-A653E341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1C355-6034-6050-B8C4-AB9E7F487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BAFFD-EC24-1D89-7919-83D7A2054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94A4E-57CB-4F7F-EEF2-98A187BF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8350C-F3F8-75A4-2E52-A679D88B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6AA8C-949B-E45C-C912-61AFE686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08855671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32DB-4A0C-3FB4-9235-E62F36EB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48C9B-0273-8763-42D7-257E6A971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E6D84-366D-3D41-D239-C798FC3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8E62-FA39-A0DF-DCA7-12224001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BAE5C-7D7F-35A1-B191-42A6225D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756114572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1405D-E66B-5FEA-DB98-B65C322B1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AD4B3-B29A-DDCF-BDB6-F1B46E4AD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26EF-F2FB-FA5F-EAAA-9F9633E6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19664-253C-0F58-A2A9-99DD35077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7B00-170C-6CF0-B449-1CC9267B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592596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053DF-BE88-E75E-ABEF-E1DDAB2E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FD2B-AC53-1075-A217-DA05AEC46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0EF3-AA0A-A878-735D-67F999F6C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92F7E35E-C604-48A0-B519-66F396829216}" type="datetimeFigureOut">
              <a:rPr lang="en-150" smtClean="0"/>
              <a:t>30/01/2026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68106-D80E-11B2-6B83-67442A143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58A34-46A1-FCF7-5628-6988CDC49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4F7D0872-09BD-43FD-A1F7-64F4025F067C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9888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purl.oclc.org/ooxml/officeDocument/relationships/diagramLayout" Target="../diagrams/layout1.xml"/><Relationship Id="rId2" Type="http://purl.oclc.org/ooxml/officeDocument/relationships/diagramData" Target="../diagrams/data1.xml"/><Relationship Id="rId1" Type="http://purl.oclc.org/ooxml/officeDocument/relationships/slideLayout" Target="../slideLayouts/slideLayout2.xml"/><Relationship Id="rId6" Type="http://schemas.microsoft.com/office/2007/relationships/diagramDrawing" Target="../diagrams/drawing1.xml"/><Relationship Id="rId5" Type="http://purl.oclc.org/ooxml/officeDocument/relationships/diagramColors" Target="../diagrams/colors1.xml"/><Relationship Id="rId4" Type="http://purl.oclc.org/ooxml/officeDocument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diagramLayout" Target="../diagrams/layout2.xml"/><Relationship Id="rId2" Type="http://purl.oclc.org/ooxml/officeDocument/relationships/diagramData" Target="../diagrams/data2.xml"/><Relationship Id="rId1" Type="http://purl.oclc.org/ooxml/officeDocument/relationships/slideLayout" Target="../slideLayouts/slideLayout2.xml"/><Relationship Id="rId6" Type="http://schemas.microsoft.com/office/2007/relationships/diagramDrawing" Target="../diagrams/drawing2.xml"/><Relationship Id="rId5" Type="http://purl.oclc.org/ooxml/officeDocument/relationships/diagramColors" Target="../diagrams/colors2.xml"/><Relationship Id="rId4" Type="http://purl.oclc.org/ooxml/officeDocument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image" Target="../media/image1.png"/><Relationship Id="rId1" Type="http://purl.oclc.org/ooxml/officeDocument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purl.oclc.org/ooxml/officeDocument/relationships/diagramLayout" Target="../diagrams/layout3.xml"/><Relationship Id="rId2" Type="http://purl.oclc.org/ooxml/officeDocument/relationships/diagramData" Target="../diagrams/data3.xml"/><Relationship Id="rId1" Type="http://purl.oclc.org/ooxml/officeDocument/relationships/slideLayout" Target="../slideLayouts/slideLayout2.xml"/><Relationship Id="rId6" Type="http://schemas.microsoft.com/office/2007/relationships/diagramDrawing" Target="../diagrams/drawing3.xml"/><Relationship Id="rId5" Type="http://purl.oclc.org/ooxml/officeDocument/relationships/diagramColors" Target="../diagrams/colors3.xml"/><Relationship Id="rId4" Type="http://purl.oclc.org/ooxml/officeDocument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purl.oclc.org/ooxml/officeDocument/relationships/diagramLayout" Target="../diagrams/layout4.xml"/><Relationship Id="rId2" Type="http://purl.oclc.org/ooxml/officeDocument/relationships/diagramData" Target="../diagrams/data4.xml"/><Relationship Id="rId1" Type="http://purl.oclc.org/ooxml/officeDocument/relationships/slideLayout" Target="../slideLayouts/slideLayout2.xml"/><Relationship Id="rId6" Type="http://schemas.microsoft.com/office/2007/relationships/diagramDrawing" Target="../diagrams/drawing4.xml"/><Relationship Id="rId5" Type="http://purl.oclc.org/ooxml/officeDocument/relationships/diagramColors" Target="../diagrams/colors4.xml"/><Relationship Id="rId4" Type="http://purl.oclc.org/ooxml/officeDocument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purl.oclc.org/ooxml/officeDocument/relationships/diagramLayout" Target="../diagrams/layout5.xml"/><Relationship Id="rId2" Type="http://purl.oclc.org/ooxml/officeDocument/relationships/diagramData" Target="../diagrams/data5.xml"/><Relationship Id="rId1" Type="http://purl.oclc.org/ooxml/officeDocument/relationships/slideLayout" Target="../slideLayouts/slideLayout2.xml"/><Relationship Id="rId6" Type="http://schemas.microsoft.com/office/2007/relationships/diagramDrawing" Target="../diagrams/drawing5.xml"/><Relationship Id="rId5" Type="http://purl.oclc.org/ooxml/officeDocument/relationships/diagramColors" Target="../diagrams/colors5.xml"/><Relationship Id="rId4" Type="http://purl.oclc.org/ooxml/officeDocument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purl.oclc.org/ooxml/officeDocument/relationships/diagramLayout" Target="../diagrams/layout6.xml"/><Relationship Id="rId2" Type="http://purl.oclc.org/ooxml/officeDocument/relationships/diagramData" Target="../diagrams/data6.xml"/><Relationship Id="rId1" Type="http://purl.oclc.org/ooxml/officeDocument/relationships/slideLayout" Target="../slideLayouts/slideLayout2.xml"/><Relationship Id="rId6" Type="http://schemas.microsoft.com/office/2007/relationships/diagramDrawing" Target="../diagrams/drawing6.xml"/><Relationship Id="rId5" Type="http://purl.oclc.org/ooxml/officeDocument/relationships/diagramColors" Target="../diagrams/colors6.xml"/><Relationship Id="rId4" Type="http://purl.oclc.org/ooxml/officeDocument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purl.oclc.org/ooxml/officeDocument/relationships/diagramLayout" Target="../diagrams/layout7.xml"/><Relationship Id="rId2" Type="http://purl.oclc.org/ooxml/officeDocument/relationships/diagramData" Target="../diagrams/data7.xml"/><Relationship Id="rId1" Type="http://purl.oclc.org/ooxml/officeDocument/relationships/slideLayout" Target="../slideLayouts/slideLayout2.xml"/><Relationship Id="rId6" Type="http://schemas.microsoft.com/office/2007/relationships/diagramDrawing" Target="../diagrams/drawing7.xml"/><Relationship Id="rId5" Type="http://purl.oclc.org/ooxml/officeDocument/relationships/diagramColors" Target="../diagrams/colors7.xml"/><Relationship Id="rId4" Type="http://purl.oclc.org/ooxml/officeDocument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purl.oclc.org/ooxml/officeDocument/relationships/diagramLayout" Target="../diagrams/layout8.xml"/><Relationship Id="rId2" Type="http://purl.oclc.org/ooxml/officeDocument/relationships/diagramData" Target="../diagrams/data8.xml"/><Relationship Id="rId1" Type="http://purl.oclc.org/ooxml/officeDocument/relationships/slideLayout" Target="../slideLayouts/slideLayout2.xml"/><Relationship Id="rId6" Type="http://schemas.microsoft.com/office/2007/relationships/diagramDrawing" Target="../diagrams/drawing8.xml"/><Relationship Id="rId5" Type="http://purl.oclc.org/ooxml/officeDocument/relationships/diagramColors" Target="../diagrams/colors8.xml"/><Relationship Id="rId4" Type="http://purl.oclc.org/ooxml/officeDocument/relationships/diagramQuickStyle" Target="../diagrams/quickStyle8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%">
                <a:schemeClr val="accent1">
                  <a:lumMod val="50%"/>
                  <a:alpha val="61%"/>
                </a:schemeClr>
              </a:gs>
              <a:gs pos="100%">
                <a:schemeClr val="accent1">
                  <a:alpha val="0%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%">
                <a:schemeClr val="accent1">
                  <a:lumMod val="75%"/>
                  <a:alpha val="0%"/>
                </a:schemeClr>
              </a:gs>
              <a:gs pos="99%">
                <a:srgbClr val="000000">
                  <a:alpha val="41%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%">
                <a:schemeClr val="accent1">
                  <a:alpha val="24%"/>
                </a:schemeClr>
              </a:gs>
              <a:gs pos="79%">
                <a:schemeClr val="accent1">
                  <a:lumMod val="60%"/>
                  <a:lumOff val="40%"/>
                  <a:alpha val="0%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6087E-5489-F1F0-0FC1-E09E7F8E6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ro-RO" sz="4400" noProof="0" dirty="0">
                <a:solidFill>
                  <a:srgbClr val="FFFFFF"/>
                </a:solidFill>
              </a:rPr>
              <a:t>Persistenta contextului si memoria pe termen lung in sisteme multi-agent prin Integrarea cu Baze de Date Key-Value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%">
                <a:schemeClr val="accent1">
                  <a:lumMod val="75%"/>
                  <a:alpha val="50%"/>
                </a:schemeClr>
              </a:gs>
              <a:gs pos="99%">
                <a:srgbClr val="000000">
                  <a:alpha val="34%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15271-79F9-2575-5B05-3199C41AA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ro-RO" noProof="0" dirty="0">
                <a:solidFill>
                  <a:srgbClr val="FFFFFF"/>
                </a:solidFill>
              </a:rPr>
              <a:t>Ungureanu Matei-Stefan</a:t>
            </a:r>
            <a:br>
              <a:rPr lang="ro-RO" noProof="0" dirty="0">
                <a:solidFill>
                  <a:srgbClr val="FFFFFF"/>
                </a:solidFill>
              </a:rPr>
            </a:br>
            <a:r>
              <a:rPr lang="ro-RO" noProof="0" dirty="0">
                <a:solidFill>
                  <a:srgbClr val="FFFFFF"/>
                </a:solidFill>
              </a:rPr>
              <a:t>Grupa 332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%">
                <a:schemeClr val="accent1">
                  <a:lumMod val="75%"/>
                  <a:alpha val="50%"/>
                </a:schemeClr>
              </a:gs>
              <a:gs pos="99%">
                <a:srgbClr val="000000">
                  <a:alpha val="0%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752674570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6CB23-EDC1-DD73-6DB5-A44D3482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Provocarea </a:t>
            </a:r>
            <a:r>
              <a:rPr lang="en-US" sz="4000" noProof="0" dirty="0">
                <a:solidFill>
                  <a:srgbClr val="FFFFFF"/>
                </a:solidFill>
              </a:rPr>
              <a:t>m</a:t>
            </a:r>
            <a:r>
              <a:rPr lang="ro-RO" sz="4000" noProof="0" dirty="0">
                <a:solidFill>
                  <a:srgbClr val="FFFFFF"/>
                </a:solidFill>
              </a:rPr>
              <a:t>emoriei in AI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1D84281-DB51-0EC2-29C0-E1034C95D5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0906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6378699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417F7-5ADF-6652-C876-9C3496F8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Arhitectura cu Memorie Persistenta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6684C1A-F817-FFC0-4DB7-B85BC8451D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4055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7935810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%">
                <a:schemeClr val="accent1"/>
              </a:gs>
              <a:gs pos="100%">
                <a:schemeClr val="accent1">
                  <a:lumMod val="50%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%">
                <a:srgbClr val="000000">
                  <a:alpha val="52%"/>
                </a:srgbClr>
              </a:gs>
              <a:gs pos="100%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%">
                <a:schemeClr val="accent5">
                  <a:lumMod val="60%"/>
                  <a:lumOff val="40%"/>
                  <a:alpha val="0%"/>
                </a:schemeClr>
              </a:gs>
              <a:gs pos="100%">
                <a:srgbClr val="000000">
                  <a:alpha val="46%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AC32E4-1242-999A-1EBD-B47BB8628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375" y="457200"/>
            <a:ext cx="619124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11438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405DB-E351-FE50-8022-A927D3C8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Implementare cu Azure Cosmos DB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F1E85D7-172B-938A-9B0A-D8A6F98BB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5715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6927761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2018B-016E-E330-E658-6053DC9C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Colaborarea intre Agenti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6D0CFF5-0B86-B338-F117-A3C871FF22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48713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5061839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FB785-9D59-8502-5E8A-E463B054A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3400" noProof="0" dirty="0">
                <a:solidFill>
                  <a:srgbClr val="FFFFFF"/>
                </a:solidFill>
              </a:rPr>
              <a:t>Evitarea erorilor (Entrenchment)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D7B6726-DB06-322C-F2EA-B0536F59AC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79388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3718316"/>
      </p:ext>
    </p:extLst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A74E9-7305-FDEB-E076-5A41247A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52" y="1683756"/>
            <a:ext cx="3258191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3400" noProof="0" dirty="0">
                <a:solidFill>
                  <a:srgbClr val="FFFFFF"/>
                </a:solidFill>
              </a:rPr>
              <a:t>Validare Practica: Pipeline Generat de Agenti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D79992-67B2-2638-619F-422516621E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13816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113330"/>
      </p:ext>
    </p:extLst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132DD-B913-5190-F1D3-AE219268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Rezultate obtinute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2CB80C7-1D8F-D965-FA35-E831C3647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4793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7882377"/>
      </p:ext>
    </p:extLst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39470-5E31-30FA-54AB-70161E47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%">
                <a:srgbClr val="000000"/>
              </a:gs>
              <a:gs pos="100%">
                <a:schemeClr val="accent1">
                  <a:lumMod val="75%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alpha val="46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%">
                <a:schemeClr val="accent1">
                  <a:alpha val="29%"/>
                </a:schemeClr>
              </a:gs>
              <a:gs pos="100%">
                <a:srgbClr val="000000">
                  <a:alpha val="30%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%">
                <a:srgbClr val="000000">
                  <a:alpha val="0%"/>
                </a:srgbClr>
              </a:gs>
              <a:gs pos="100%">
                <a:schemeClr val="accent1">
                  <a:alpha val="43%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%">
                <a:srgbClr val="000000">
                  <a:alpha val="0%"/>
                </a:srgbClr>
              </a:gs>
              <a:gs pos="99%">
                <a:schemeClr val="accent1">
                  <a:lumMod val="60%"/>
                  <a:lumOff val="40%"/>
                  <a:alpha val="11%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25D83-326C-AD3A-92A6-81A47FE3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15" y="1683756"/>
            <a:ext cx="3081628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ro-RO" sz="4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Abordare Neuro-Simbolica (NeSy)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9FEAAF-FB22-C8BF-BBA5-BA45DB18D9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9649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9199146"/>
      </p:ext>
    </p:extLst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260</TotalTime>
  <Words>576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Persistenta contextului si memoria pe termen lung in sisteme multi-agent prin Integrarea cu Baze de Date Key-Value</vt:lpstr>
      <vt:lpstr>Provocarea memoriei in AI</vt:lpstr>
      <vt:lpstr>Arhitectura cu Memorie Persistenta</vt:lpstr>
      <vt:lpstr>PowerPoint Presentation</vt:lpstr>
      <vt:lpstr>Implementare cu Azure Cosmos DB</vt:lpstr>
      <vt:lpstr>Colaborarea intre Agenti</vt:lpstr>
      <vt:lpstr>Evitarea erorilor (Entrenchment)</vt:lpstr>
      <vt:lpstr>Validare Practica: Pipeline Generat de Agenti</vt:lpstr>
      <vt:lpstr>Rezultate obtinute</vt:lpstr>
      <vt:lpstr>Abordare Neuro-Simbolica (NeSy)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Ungureanu</dc:creator>
  <cp:lastModifiedBy>Matei Ungureanu</cp:lastModifiedBy>
  <cp:revision>14</cp:revision>
  <dcterms:created xsi:type="dcterms:W3CDTF">2026-01-24T21:37:22Z</dcterms:created>
  <dcterms:modified xsi:type="dcterms:W3CDTF">2026-01-30T13:11:29Z</dcterms:modified>
</cp:coreProperties>
</file>