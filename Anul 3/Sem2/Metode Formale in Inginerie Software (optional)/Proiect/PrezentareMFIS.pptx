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7" r:id="rId3"/>
    <p:sldId id="285" r:id="rId4"/>
    <p:sldId id="286" r:id="rId5"/>
    <p:sldId id="280" r:id="rId6"/>
    <p:sldId id="281" r:id="rId7"/>
    <p:sldId id="289" r:id="rId8"/>
    <p:sldId id="283" r:id="rId9"/>
    <p:sldId id="284" r:id="rId10"/>
    <p:sldId id="265" r:id="rId11"/>
    <p:sldId id="290" r:id="rId12"/>
    <p:sldId id="268" r:id="rId13"/>
    <p:sldId id="269" r:id="rId14"/>
    <p:sldId id="267" r:id="rId15"/>
    <p:sldId id="270" r:id="rId16"/>
    <p:sldId id="266" r:id="rId17"/>
    <p:sldId id="262" r:id="rId18"/>
    <p:sldId id="271" r:id="rId19"/>
    <p:sldId id="272" r:id="rId20"/>
    <p:sldId id="276" r:id="rId21"/>
    <p:sldId id="273" r:id="rId22"/>
    <p:sldId id="275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890275-CD38-407C-841A-BE2F9EB8AA5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BE0B26-897F-4249-B3C7-639C3E63C8EB}">
      <dgm:prSet/>
      <dgm:spPr/>
      <dgm:t>
        <a:bodyPr/>
        <a:lstStyle/>
        <a:p>
          <a:r>
            <a:rPr lang="ro-RO" noProof="0" dirty="0"/>
            <a:t>Au fost introduse de către academicianul Gheorghe Păun. </a:t>
          </a:r>
        </a:p>
      </dgm:t>
    </dgm:pt>
    <dgm:pt modelId="{40BD045A-6AE4-46B7-AE0B-CC2D8B41B124}" type="parTrans" cxnId="{160C7225-A1F1-4CAF-8824-D5C4937CB11B}">
      <dgm:prSet/>
      <dgm:spPr/>
      <dgm:t>
        <a:bodyPr/>
        <a:lstStyle/>
        <a:p>
          <a:endParaRPr lang="en-US"/>
        </a:p>
      </dgm:t>
    </dgm:pt>
    <dgm:pt modelId="{44E0B491-D990-4898-8488-CD442B6D758E}" type="sibTrans" cxnId="{160C7225-A1F1-4CAF-8824-D5C4937CB11B}">
      <dgm:prSet/>
      <dgm:spPr/>
      <dgm:t>
        <a:bodyPr/>
        <a:lstStyle/>
        <a:p>
          <a:endParaRPr lang="en-US"/>
        </a:p>
      </dgm:t>
    </dgm:pt>
    <dgm:pt modelId="{D935E916-9B94-4ECA-89FD-5A5C496BAD2F}">
      <dgm:prSet/>
      <dgm:spPr/>
      <dgm:t>
        <a:bodyPr/>
        <a:lstStyle/>
        <a:p>
          <a:r>
            <a:rPr lang="ro-RO" noProof="0" dirty="0"/>
            <a:t>Reprezintă modele de calcul distribuite și paralele, inspirate din rețelele de celule (țesuturi) din natură.</a:t>
          </a:r>
        </a:p>
      </dgm:t>
    </dgm:pt>
    <dgm:pt modelId="{20D8DD68-9D99-45F0-BE4E-3C6C0269C63D}" type="parTrans" cxnId="{C0F6C207-7296-44A9-9204-A5A5F1C4A6CF}">
      <dgm:prSet/>
      <dgm:spPr/>
      <dgm:t>
        <a:bodyPr/>
        <a:lstStyle/>
        <a:p>
          <a:endParaRPr lang="en-US"/>
        </a:p>
      </dgm:t>
    </dgm:pt>
    <dgm:pt modelId="{ED2E7505-6481-42D4-918E-2656D33613B8}" type="sibTrans" cxnId="{C0F6C207-7296-44A9-9204-A5A5F1C4A6CF}">
      <dgm:prSet/>
      <dgm:spPr/>
      <dgm:t>
        <a:bodyPr/>
        <a:lstStyle/>
        <a:p>
          <a:endParaRPr lang="en-US"/>
        </a:p>
      </dgm:t>
    </dgm:pt>
    <dgm:pt modelId="{6DB1281D-83CB-47B4-B6E2-CFAAB43094E4}">
      <dgm:prSet/>
      <dgm:spPr/>
      <dgm:t>
        <a:bodyPr/>
        <a:lstStyle/>
        <a:p>
          <a:r>
            <a:rPr lang="ro-RO" noProof="0" dirty="0"/>
            <a:t>Celulele sunt văzute ca noduri într-un graf neorientat, comunicând prin canale specificate în avans.</a:t>
          </a:r>
        </a:p>
      </dgm:t>
    </dgm:pt>
    <dgm:pt modelId="{AA91D943-24C5-4803-AC43-8F9E356B5039}" type="parTrans" cxnId="{69051234-0535-46FC-B165-A07698DE47FE}">
      <dgm:prSet/>
      <dgm:spPr/>
      <dgm:t>
        <a:bodyPr/>
        <a:lstStyle/>
        <a:p>
          <a:endParaRPr lang="en-US"/>
        </a:p>
      </dgm:t>
    </dgm:pt>
    <dgm:pt modelId="{3F61B541-30FB-44ED-A42E-28878D5B4817}" type="sibTrans" cxnId="{69051234-0535-46FC-B165-A07698DE47FE}">
      <dgm:prSet/>
      <dgm:spPr/>
      <dgm:t>
        <a:bodyPr/>
        <a:lstStyle/>
        <a:p>
          <a:endParaRPr lang="en-US"/>
        </a:p>
      </dgm:t>
    </dgm:pt>
    <dgm:pt modelId="{DBB56A5C-35F4-42F4-947C-A3F96419997F}">
      <dgm:prSet/>
      <dgm:spPr/>
      <dgm:t>
        <a:bodyPr/>
        <a:lstStyle/>
        <a:p>
          <a:r>
            <a:rPr lang="ro-RO" noProof="0" dirty="0"/>
            <a:t>Mecanisme:</a:t>
          </a:r>
        </a:p>
      </dgm:t>
    </dgm:pt>
    <dgm:pt modelId="{C14A7F68-41CD-4C9D-996C-A34F3D1A9680}" type="parTrans" cxnId="{A41C409A-E3FB-43BB-906E-66C61F463F59}">
      <dgm:prSet/>
      <dgm:spPr/>
      <dgm:t>
        <a:bodyPr/>
        <a:lstStyle/>
        <a:p>
          <a:endParaRPr lang="en-US"/>
        </a:p>
      </dgm:t>
    </dgm:pt>
    <dgm:pt modelId="{F46A7E83-5874-4DF2-B040-84F25CA88A90}" type="sibTrans" cxnId="{A41C409A-E3FB-43BB-906E-66C61F463F59}">
      <dgm:prSet/>
      <dgm:spPr/>
      <dgm:t>
        <a:bodyPr/>
        <a:lstStyle/>
        <a:p>
          <a:endParaRPr lang="en-US"/>
        </a:p>
      </dgm:t>
    </dgm:pt>
    <dgm:pt modelId="{FF9B9AD6-8797-4294-AFB3-66A665E3BF7F}">
      <dgm:prSet/>
      <dgm:spPr/>
      <dgm:t>
        <a:bodyPr/>
        <a:lstStyle/>
        <a:p>
          <a:r>
            <a:rPr lang="ro-RO" noProof="0" dirty="0"/>
            <a:t>Symport: Obiectele trec împreună dintr-o celulă în alta.</a:t>
          </a:r>
        </a:p>
      </dgm:t>
    </dgm:pt>
    <dgm:pt modelId="{7DF71C60-6D36-45ED-B30E-378125567451}" type="parTrans" cxnId="{B9F78F1E-548F-402B-B219-D7DFF714B19B}">
      <dgm:prSet/>
      <dgm:spPr/>
      <dgm:t>
        <a:bodyPr/>
        <a:lstStyle/>
        <a:p>
          <a:endParaRPr lang="en-US"/>
        </a:p>
      </dgm:t>
    </dgm:pt>
    <dgm:pt modelId="{516D9F0B-2448-4653-A35B-7354D0DD4CE4}" type="sibTrans" cxnId="{B9F78F1E-548F-402B-B219-D7DFF714B19B}">
      <dgm:prSet/>
      <dgm:spPr/>
      <dgm:t>
        <a:bodyPr/>
        <a:lstStyle/>
        <a:p>
          <a:endParaRPr lang="en-US"/>
        </a:p>
      </dgm:t>
    </dgm:pt>
    <dgm:pt modelId="{53FCC551-EFAA-4D73-8ADE-9377742862D3}">
      <dgm:prSet/>
      <dgm:spPr/>
      <dgm:t>
        <a:bodyPr/>
        <a:lstStyle/>
        <a:p>
          <a:r>
            <a:rPr lang="ro-RO" noProof="0" dirty="0"/>
            <a:t>Antiport: Celulele adiacente interschimbă obiecte.</a:t>
          </a:r>
        </a:p>
      </dgm:t>
    </dgm:pt>
    <dgm:pt modelId="{B0BCC6CC-2F46-4547-B883-AC3F43367D03}" type="parTrans" cxnId="{385025EE-95E1-40DA-B400-CEFB86E832B3}">
      <dgm:prSet/>
      <dgm:spPr/>
      <dgm:t>
        <a:bodyPr/>
        <a:lstStyle/>
        <a:p>
          <a:endParaRPr lang="en-US"/>
        </a:p>
      </dgm:t>
    </dgm:pt>
    <dgm:pt modelId="{DD968CF6-14FE-403F-91F8-8D50E50CEE3D}" type="sibTrans" cxnId="{385025EE-95E1-40DA-B400-CEFB86E832B3}">
      <dgm:prSet/>
      <dgm:spPr/>
      <dgm:t>
        <a:bodyPr/>
        <a:lstStyle/>
        <a:p>
          <a:endParaRPr lang="en-US"/>
        </a:p>
      </dgm:t>
    </dgm:pt>
    <dgm:pt modelId="{B610B9B5-B7BE-4A9B-AA92-CAEBD5BE98E9}">
      <dgm:prSet/>
      <dgm:spPr/>
      <dgm:t>
        <a:bodyPr/>
        <a:lstStyle/>
        <a:p>
          <a:r>
            <a:rPr lang="ro-RO" noProof="0" dirty="0"/>
            <a:t>Diviziune celulară: Permite crearea unui spațiu de lucru exponențial pentru a rezolva probleme complexe în timp efficient.</a:t>
          </a:r>
        </a:p>
      </dgm:t>
    </dgm:pt>
    <dgm:pt modelId="{11EB54B9-0EF4-4974-8D8D-30D6D6FD9DBF}" type="parTrans" cxnId="{EEA13A97-F44B-4110-B212-94668A42C56D}">
      <dgm:prSet/>
      <dgm:spPr/>
      <dgm:t>
        <a:bodyPr/>
        <a:lstStyle/>
        <a:p>
          <a:endParaRPr lang="en-US"/>
        </a:p>
      </dgm:t>
    </dgm:pt>
    <dgm:pt modelId="{2C5CFB6C-638E-4E19-8D84-27FED58889C2}" type="sibTrans" cxnId="{EEA13A97-F44B-4110-B212-94668A42C56D}">
      <dgm:prSet/>
      <dgm:spPr/>
      <dgm:t>
        <a:bodyPr/>
        <a:lstStyle/>
        <a:p>
          <a:endParaRPr lang="en-US"/>
        </a:p>
      </dgm:t>
    </dgm:pt>
    <dgm:pt modelId="{A7AD9318-3926-434D-80B6-F47651EAA647}" type="pres">
      <dgm:prSet presAssocID="{83890275-CD38-407C-841A-BE2F9EB8AA5F}" presName="linear" presStyleCnt="0">
        <dgm:presLayoutVars>
          <dgm:animLvl val="lvl"/>
          <dgm:resizeHandles val="exact"/>
        </dgm:presLayoutVars>
      </dgm:prSet>
      <dgm:spPr/>
    </dgm:pt>
    <dgm:pt modelId="{7D601937-1FB4-4A4C-8635-D57FE83F22D8}" type="pres">
      <dgm:prSet presAssocID="{EFBE0B26-897F-4249-B3C7-639C3E63C8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0F1D0E-9D35-401F-90CC-1F70E8131F42}" type="pres">
      <dgm:prSet presAssocID="{44E0B491-D990-4898-8488-CD442B6D758E}" presName="spacer" presStyleCnt="0"/>
      <dgm:spPr/>
    </dgm:pt>
    <dgm:pt modelId="{BE0372EF-AF3D-435F-B8B4-80566CB1844C}" type="pres">
      <dgm:prSet presAssocID="{D935E916-9B94-4ECA-89FD-5A5C496BAD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903415-31F3-4BB1-ADC6-99747EFAA06A}" type="pres">
      <dgm:prSet presAssocID="{ED2E7505-6481-42D4-918E-2656D33613B8}" presName="spacer" presStyleCnt="0"/>
      <dgm:spPr/>
    </dgm:pt>
    <dgm:pt modelId="{93679D11-0E24-455C-96E8-EE8324CEFC7C}" type="pres">
      <dgm:prSet presAssocID="{6DB1281D-83CB-47B4-B6E2-CFAAB43094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1C498EB-5626-4916-B7CB-9898330E07BD}" type="pres">
      <dgm:prSet presAssocID="{3F61B541-30FB-44ED-A42E-28878D5B4817}" presName="spacer" presStyleCnt="0"/>
      <dgm:spPr/>
    </dgm:pt>
    <dgm:pt modelId="{28CCF062-00BD-4A96-93B6-E632B047D5CA}" type="pres">
      <dgm:prSet presAssocID="{DBB56A5C-35F4-42F4-947C-A3F96419997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82D3B6A-838B-4D55-9EB3-41A4E81808F1}" type="pres">
      <dgm:prSet presAssocID="{DBB56A5C-35F4-42F4-947C-A3F96419997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9638F07-184C-471C-8421-10E7BDFBBBF8}" type="presOf" srcId="{DBB56A5C-35F4-42F4-947C-A3F96419997F}" destId="{28CCF062-00BD-4A96-93B6-E632B047D5CA}" srcOrd="0" destOrd="0" presId="urn:microsoft.com/office/officeart/2005/8/layout/vList2"/>
    <dgm:cxn modelId="{C0F6C207-7296-44A9-9204-A5A5F1C4A6CF}" srcId="{83890275-CD38-407C-841A-BE2F9EB8AA5F}" destId="{D935E916-9B94-4ECA-89FD-5A5C496BAD2F}" srcOrd="1" destOrd="0" parTransId="{20D8DD68-9D99-45F0-BE4E-3C6C0269C63D}" sibTransId="{ED2E7505-6481-42D4-918E-2656D33613B8}"/>
    <dgm:cxn modelId="{AADFD715-04CB-4463-985C-A4A9E3242D67}" type="presOf" srcId="{FF9B9AD6-8797-4294-AFB3-66A665E3BF7F}" destId="{582D3B6A-838B-4D55-9EB3-41A4E81808F1}" srcOrd="0" destOrd="0" presId="urn:microsoft.com/office/officeart/2005/8/layout/vList2"/>
    <dgm:cxn modelId="{B9F78F1E-548F-402B-B219-D7DFF714B19B}" srcId="{DBB56A5C-35F4-42F4-947C-A3F96419997F}" destId="{FF9B9AD6-8797-4294-AFB3-66A665E3BF7F}" srcOrd="0" destOrd="0" parTransId="{7DF71C60-6D36-45ED-B30E-378125567451}" sibTransId="{516D9F0B-2448-4653-A35B-7354D0DD4CE4}"/>
    <dgm:cxn modelId="{160C7225-A1F1-4CAF-8824-D5C4937CB11B}" srcId="{83890275-CD38-407C-841A-BE2F9EB8AA5F}" destId="{EFBE0B26-897F-4249-B3C7-639C3E63C8EB}" srcOrd="0" destOrd="0" parTransId="{40BD045A-6AE4-46B7-AE0B-CC2D8B41B124}" sibTransId="{44E0B491-D990-4898-8488-CD442B6D758E}"/>
    <dgm:cxn modelId="{69051234-0535-46FC-B165-A07698DE47FE}" srcId="{83890275-CD38-407C-841A-BE2F9EB8AA5F}" destId="{6DB1281D-83CB-47B4-B6E2-CFAAB43094E4}" srcOrd="2" destOrd="0" parTransId="{AA91D943-24C5-4803-AC43-8F9E356B5039}" sibTransId="{3F61B541-30FB-44ED-A42E-28878D5B4817}"/>
    <dgm:cxn modelId="{4E2F2169-3D84-42EB-BAFA-6DD8AC712761}" type="presOf" srcId="{D935E916-9B94-4ECA-89FD-5A5C496BAD2F}" destId="{BE0372EF-AF3D-435F-B8B4-80566CB1844C}" srcOrd="0" destOrd="0" presId="urn:microsoft.com/office/officeart/2005/8/layout/vList2"/>
    <dgm:cxn modelId="{FC96666B-1CBA-460D-A978-3CFA78E0DCDD}" type="presOf" srcId="{B610B9B5-B7BE-4A9B-AA92-CAEBD5BE98E9}" destId="{582D3B6A-838B-4D55-9EB3-41A4E81808F1}" srcOrd="0" destOrd="2" presId="urn:microsoft.com/office/officeart/2005/8/layout/vList2"/>
    <dgm:cxn modelId="{92DA5D54-7E2C-48FB-9A4E-E9E01AA14329}" type="presOf" srcId="{53FCC551-EFAA-4D73-8ADE-9377742862D3}" destId="{582D3B6A-838B-4D55-9EB3-41A4E81808F1}" srcOrd="0" destOrd="1" presId="urn:microsoft.com/office/officeart/2005/8/layout/vList2"/>
    <dgm:cxn modelId="{EEA13A97-F44B-4110-B212-94668A42C56D}" srcId="{DBB56A5C-35F4-42F4-947C-A3F96419997F}" destId="{B610B9B5-B7BE-4A9B-AA92-CAEBD5BE98E9}" srcOrd="2" destOrd="0" parTransId="{11EB54B9-0EF4-4974-8D8D-30D6D6FD9DBF}" sibTransId="{2C5CFB6C-638E-4E19-8D84-27FED58889C2}"/>
    <dgm:cxn modelId="{A41C409A-E3FB-43BB-906E-66C61F463F59}" srcId="{83890275-CD38-407C-841A-BE2F9EB8AA5F}" destId="{DBB56A5C-35F4-42F4-947C-A3F96419997F}" srcOrd="3" destOrd="0" parTransId="{C14A7F68-41CD-4C9D-996C-A34F3D1A9680}" sibTransId="{F46A7E83-5874-4DF2-B040-84F25CA88A90}"/>
    <dgm:cxn modelId="{3DBB9BA2-BD4E-4DED-980C-0B354072DC3F}" type="presOf" srcId="{83890275-CD38-407C-841A-BE2F9EB8AA5F}" destId="{A7AD9318-3926-434D-80B6-F47651EAA647}" srcOrd="0" destOrd="0" presId="urn:microsoft.com/office/officeart/2005/8/layout/vList2"/>
    <dgm:cxn modelId="{FC594DDA-E262-43AD-A20E-5312388E33A9}" type="presOf" srcId="{6DB1281D-83CB-47B4-B6E2-CFAAB43094E4}" destId="{93679D11-0E24-455C-96E8-EE8324CEFC7C}" srcOrd="0" destOrd="0" presId="urn:microsoft.com/office/officeart/2005/8/layout/vList2"/>
    <dgm:cxn modelId="{385025EE-95E1-40DA-B400-CEFB86E832B3}" srcId="{DBB56A5C-35F4-42F4-947C-A3F96419997F}" destId="{53FCC551-EFAA-4D73-8ADE-9377742862D3}" srcOrd="1" destOrd="0" parTransId="{B0BCC6CC-2F46-4547-B883-AC3F43367D03}" sibTransId="{DD968CF6-14FE-403F-91F8-8D50E50CEE3D}"/>
    <dgm:cxn modelId="{C09197FE-D5AA-4AD6-8B20-3ADDAA21949D}" type="presOf" srcId="{EFBE0B26-897F-4249-B3C7-639C3E63C8EB}" destId="{7D601937-1FB4-4A4C-8635-D57FE83F22D8}" srcOrd="0" destOrd="0" presId="urn:microsoft.com/office/officeart/2005/8/layout/vList2"/>
    <dgm:cxn modelId="{9A734033-4E90-4777-8F3B-160EF34E52DC}" type="presParOf" srcId="{A7AD9318-3926-434D-80B6-F47651EAA647}" destId="{7D601937-1FB4-4A4C-8635-D57FE83F22D8}" srcOrd="0" destOrd="0" presId="urn:microsoft.com/office/officeart/2005/8/layout/vList2"/>
    <dgm:cxn modelId="{974E95B9-66A2-4DD8-8DBC-31807CC3E55C}" type="presParOf" srcId="{A7AD9318-3926-434D-80B6-F47651EAA647}" destId="{D10F1D0E-9D35-401F-90CC-1F70E8131F42}" srcOrd="1" destOrd="0" presId="urn:microsoft.com/office/officeart/2005/8/layout/vList2"/>
    <dgm:cxn modelId="{CA20F318-30E6-4347-8CE6-9AC9C857E304}" type="presParOf" srcId="{A7AD9318-3926-434D-80B6-F47651EAA647}" destId="{BE0372EF-AF3D-435F-B8B4-80566CB1844C}" srcOrd="2" destOrd="0" presId="urn:microsoft.com/office/officeart/2005/8/layout/vList2"/>
    <dgm:cxn modelId="{88BC5F74-D397-4153-97C2-767452636947}" type="presParOf" srcId="{A7AD9318-3926-434D-80B6-F47651EAA647}" destId="{8B903415-31F3-4BB1-ADC6-99747EFAA06A}" srcOrd="3" destOrd="0" presId="urn:microsoft.com/office/officeart/2005/8/layout/vList2"/>
    <dgm:cxn modelId="{232A29D8-7D29-42F9-A86B-2029EAD3BFCE}" type="presParOf" srcId="{A7AD9318-3926-434D-80B6-F47651EAA647}" destId="{93679D11-0E24-455C-96E8-EE8324CEFC7C}" srcOrd="4" destOrd="0" presId="urn:microsoft.com/office/officeart/2005/8/layout/vList2"/>
    <dgm:cxn modelId="{6442C6FB-827A-46E1-9003-B0320540F57C}" type="presParOf" srcId="{A7AD9318-3926-434D-80B6-F47651EAA647}" destId="{B1C498EB-5626-4916-B7CB-9898330E07BD}" srcOrd="5" destOrd="0" presId="urn:microsoft.com/office/officeart/2005/8/layout/vList2"/>
    <dgm:cxn modelId="{0A3B11E0-4AB2-4CC0-BB0B-388F8B9257B9}" type="presParOf" srcId="{A7AD9318-3926-434D-80B6-F47651EAA647}" destId="{28CCF062-00BD-4A96-93B6-E632B047D5CA}" srcOrd="6" destOrd="0" presId="urn:microsoft.com/office/officeart/2005/8/layout/vList2"/>
    <dgm:cxn modelId="{25EF2131-5F80-494A-80DA-5C51DE16598E}" type="presParOf" srcId="{A7AD9318-3926-434D-80B6-F47651EAA647}" destId="{582D3B6A-838B-4D55-9EB3-41A4E81808F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402333-8EFF-4BC9-89F3-E6124BFB93A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502247-1E49-4DF9-ACEF-CAA10F114386}">
      <dgm:prSet/>
      <dgm:spPr/>
      <dgm:t>
        <a:bodyPr/>
        <a:lstStyle/>
        <a:p>
          <a:r>
            <a:rPr lang="ro-RO" noProof="0" dirty="0"/>
            <a:t>Versiunile 1 – 4 au fost dezvoltate folosing biblioteca Java pLinguaCore.</a:t>
          </a:r>
        </a:p>
      </dgm:t>
    </dgm:pt>
    <dgm:pt modelId="{DF3AD20B-06B9-4713-9973-6231D1F50BAE}" type="parTrans" cxnId="{0BECC804-F748-403A-8F71-4D6C87FFD2FF}">
      <dgm:prSet/>
      <dgm:spPr/>
      <dgm:t>
        <a:bodyPr/>
        <a:lstStyle/>
        <a:p>
          <a:endParaRPr lang="en-US"/>
        </a:p>
      </dgm:t>
    </dgm:pt>
    <dgm:pt modelId="{61DE7BAB-E5E9-4FD5-847A-9BA56AB2F7D6}" type="sibTrans" cxnId="{0BECC804-F748-403A-8F71-4D6C87FFD2FF}">
      <dgm:prSet/>
      <dgm:spPr/>
      <dgm:t>
        <a:bodyPr/>
        <a:lstStyle/>
        <a:p>
          <a:endParaRPr lang="en-US"/>
        </a:p>
      </dgm:t>
    </dgm:pt>
    <dgm:pt modelId="{31480D87-CE9A-4D28-9C32-BE4FE062AC92}">
      <dgm:prSet/>
      <dgm:spPr/>
      <dgm:t>
        <a:bodyPr/>
        <a:lstStyle/>
        <a:p>
          <a:r>
            <a:rPr lang="ro-RO" noProof="0" dirty="0"/>
            <a:t>Pentru a adăuga o nouă variantă de sistem P, modificările trebuiau programate direct în sursa bibliotecii.</a:t>
          </a:r>
        </a:p>
      </dgm:t>
    </dgm:pt>
    <dgm:pt modelId="{E4906887-049A-4580-B536-5D4750B0AA39}" type="parTrans" cxnId="{19C92D8A-A4AC-4C39-BA28-7CF8A2BB695A}">
      <dgm:prSet/>
      <dgm:spPr/>
      <dgm:t>
        <a:bodyPr/>
        <a:lstStyle/>
        <a:p>
          <a:endParaRPr lang="en-US"/>
        </a:p>
      </dgm:t>
    </dgm:pt>
    <dgm:pt modelId="{C0EFEE86-76F1-464A-A7C4-7DE252269518}" type="sibTrans" cxnId="{19C92D8A-A4AC-4C39-BA28-7CF8A2BB695A}">
      <dgm:prSet/>
      <dgm:spPr/>
      <dgm:t>
        <a:bodyPr/>
        <a:lstStyle/>
        <a:p>
          <a:endParaRPr lang="en-US"/>
        </a:p>
      </dgm:t>
    </dgm:pt>
    <dgm:pt modelId="{181EF9C6-4C22-46CD-82F7-4B7E3B4D28BD}">
      <dgm:prSet/>
      <dgm:spPr/>
      <dgm:t>
        <a:bodyPr/>
        <a:lstStyle/>
        <a:p>
          <a:r>
            <a:rPr lang="ro-RO" noProof="0" dirty="0"/>
            <a:t>P-Lingua 5 a fost rescris complet în C/C++.</a:t>
          </a:r>
        </a:p>
      </dgm:t>
    </dgm:pt>
    <dgm:pt modelId="{645475FD-2AAB-401A-94A0-22BBBE250DA0}" type="parTrans" cxnId="{E119B8E6-1253-46F5-A0E6-BF787722A75C}">
      <dgm:prSet/>
      <dgm:spPr/>
      <dgm:t>
        <a:bodyPr/>
        <a:lstStyle/>
        <a:p>
          <a:endParaRPr lang="en-US"/>
        </a:p>
      </dgm:t>
    </dgm:pt>
    <dgm:pt modelId="{ED759F59-449E-4B02-B67F-89FFE3471862}" type="sibTrans" cxnId="{E119B8E6-1253-46F5-A0E6-BF787722A75C}">
      <dgm:prSet/>
      <dgm:spPr/>
      <dgm:t>
        <a:bodyPr/>
        <a:lstStyle/>
        <a:p>
          <a:endParaRPr lang="en-US"/>
        </a:p>
      </dgm:t>
    </dgm:pt>
    <dgm:pt modelId="{219FCD9B-2B1D-4CEE-8890-FFE96660AC8B}">
      <dgm:prSet/>
      <dgm:spPr/>
      <dgm:t>
        <a:bodyPr/>
        <a:lstStyle/>
        <a:p>
          <a:r>
            <a:rPr lang="ro-RO" noProof="0" dirty="0"/>
            <a:t>Include un compilator generic și un simulator ce rulează din linia de comandă</a:t>
          </a:r>
        </a:p>
      </dgm:t>
    </dgm:pt>
    <dgm:pt modelId="{E29E51D9-7991-4F19-A891-646C80EF83EF}" type="parTrans" cxnId="{E20DABD9-8885-419A-ACCE-12D1071F0C87}">
      <dgm:prSet/>
      <dgm:spPr/>
      <dgm:t>
        <a:bodyPr/>
        <a:lstStyle/>
        <a:p>
          <a:endParaRPr lang="en-US"/>
        </a:p>
      </dgm:t>
    </dgm:pt>
    <dgm:pt modelId="{F020A505-3CE9-4EFF-9D63-E6320CE07CE6}" type="sibTrans" cxnId="{E20DABD9-8885-419A-ACCE-12D1071F0C87}">
      <dgm:prSet/>
      <dgm:spPr/>
      <dgm:t>
        <a:bodyPr/>
        <a:lstStyle/>
        <a:p>
          <a:endParaRPr lang="en-US"/>
        </a:p>
      </dgm:t>
    </dgm:pt>
    <dgm:pt modelId="{0ABC666D-6392-486D-926E-3A808CF80805}">
      <dgm:prSet/>
      <dgm:spPr/>
      <dgm:t>
        <a:bodyPr/>
        <a:lstStyle/>
        <a:p>
          <a:r>
            <a:rPr lang="ro-RO" noProof="0" dirty="0"/>
            <a:t>E mult mai permisiv.</a:t>
          </a:r>
        </a:p>
      </dgm:t>
    </dgm:pt>
    <dgm:pt modelId="{86252F6E-5431-44AA-A385-64761D440269}" type="parTrans" cxnId="{0E031517-9EA7-4095-9A72-497CAA0DA0C0}">
      <dgm:prSet/>
      <dgm:spPr/>
      <dgm:t>
        <a:bodyPr/>
        <a:lstStyle/>
        <a:p>
          <a:endParaRPr lang="en-US"/>
        </a:p>
      </dgm:t>
    </dgm:pt>
    <dgm:pt modelId="{98C044CB-9EE7-4F69-BA85-6446474B5D19}" type="sibTrans" cxnId="{0E031517-9EA7-4095-9A72-497CAA0DA0C0}">
      <dgm:prSet/>
      <dgm:spPr/>
      <dgm:t>
        <a:bodyPr/>
        <a:lstStyle/>
        <a:p>
          <a:endParaRPr lang="en-US"/>
        </a:p>
      </dgm:t>
    </dgm:pt>
    <dgm:pt modelId="{64031176-00CF-46C4-9A66-1F2300A987C9}" type="pres">
      <dgm:prSet presAssocID="{ED402333-8EFF-4BC9-89F3-E6124BFB93A3}" presName="linear" presStyleCnt="0">
        <dgm:presLayoutVars>
          <dgm:animLvl val="lvl"/>
          <dgm:resizeHandles val="exact"/>
        </dgm:presLayoutVars>
      </dgm:prSet>
      <dgm:spPr/>
    </dgm:pt>
    <dgm:pt modelId="{1046027D-F5AB-4AB7-A802-E94967355D0B}" type="pres">
      <dgm:prSet presAssocID="{29502247-1E49-4DF9-ACEF-CAA10F11438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CB845A-69A9-492A-9F09-792C1E414DCF}" type="pres">
      <dgm:prSet presAssocID="{29502247-1E49-4DF9-ACEF-CAA10F114386}" presName="childText" presStyleLbl="revTx" presStyleIdx="0" presStyleCnt="2">
        <dgm:presLayoutVars>
          <dgm:bulletEnabled val="1"/>
        </dgm:presLayoutVars>
      </dgm:prSet>
      <dgm:spPr/>
    </dgm:pt>
    <dgm:pt modelId="{9CA90A1E-EADA-493A-8CD4-9BAFF55DF015}" type="pres">
      <dgm:prSet presAssocID="{181EF9C6-4C22-46CD-82F7-4B7E3B4D28B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44CB80A-254C-45DE-AC6D-34166F3FC651}" type="pres">
      <dgm:prSet presAssocID="{181EF9C6-4C22-46CD-82F7-4B7E3B4D28B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BECC804-F748-403A-8F71-4D6C87FFD2FF}" srcId="{ED402333-8EFF-4BC9-89F3-E6124BFB93A3}" destId="{29502247-1E49-4DF9-ACEF-CAA10F114386}" srcOrd="0" destOrd="0" parTransId="{DF3AD20B-06B9-4713-9973-6231D1F50BAE}" sibTransId="{61DE7BAB-E5E9-4FD5-847A-9BA56AB2F7D6}"/>
    <dgm:cxn modelId="{0E031517-9EA7-4095-9A72-497CAA0DA0C0}" srcId="{181EF9C6-4C22-46CD-82F7-4B7E3B4D28BD}" destId="{0ABC666D-6392-486D-926E-3A808CF80805}" srcOrd="1" destOrd="0" parTransId="{86252F6E-5431-44AA-A385-64761D440269}" sibTransId="{98C044CB-9EE7-4F69-BA85-6446474B5D19}"/>
    <dgm:cxn modelId="{56815B36-B78A-41D3-BB2A-C707AB8133DA}" type="presOf" srcId="{181EF9C6-4C22-46CD-82F7-4B7E3B4D28BD}" destId="{9CA90A1E-EADA-493A-8CD4-9BAFF55DF015}" srcOrd="0" destOrd="0" presId="urn:microsoft.com/office/officeart/2005/8/layout/vList2"/>
    <dgm:cxn modelId="{82111886-FB6B-4FCA-96E5-E238694C2BAA}" type="presOf" srcId="{219FCD9B-2B1D-4CEE-8890-FFE96660AC8B}" destId="{144CB80A-254C-45DE-AC6D-34166F3FC651}" srcOrd="0" destOrd="0" presId="urn:microsoft.com/office/officeart/2005/8/layout/vList2"/>
    <dgm:cxn modelId="{19C92D8A-A4AC-4C39-BA28-7CF8A2BB695A}" srcId="{29502247-1E49-4DF9-ACEF-CAA10F114386}" destId="{31480D87-CE9A-4D28-9C32-BE4FE062AC92}" srcOrd="0" destOrd="0" parTransId="{E4906887-049A-4580-B536-5D4750B0AA39}" sibTransId="{C0EFEE86-76F1-464A-A7C4-7DE252269518}"/>
    <dgm:cxn modelId="{5D0CDFA1-0BB6-478C-926C-2491F88F86AF}" type="presOf" srcId="{ED402333-8EFF-4BC9-89F3-E6124BFB93A3}" destId="{64031176-00CF-46C4-9A66-1F2300A987C9}" srcOrd="0" destOrd="0" presId="urn:microsoft.com/office/officeart/2005/8/layout/vList2"/>
    <dgm:cxn modelId="{132AC3B9-35E4-44B6-93B2-DAA2B4D87240}" type="presOf" srcId="{31480D87-CE9A-4D28-9C32-BE4FE062AC92}" destId="{FDCB845A-69A9-492A-9F09-792C1E414DCF}" srcOrd="0" destOrd="0" presId="urn:microsoft.com/office/officeart/2005/8/layout/vList2"/>
    <dgm:cxn modelId="{FF6053BE-32E0-4442-B3AF-4060921804B5}" type="presOf" srcId="{29502247-1E49-4DF9-ACEF-CAA10F114386}" destId="{1046027D-F5AB-4AB7-A802-E94967355D0B}" srcOrd="0" destOrd="0" presId="urn:microsoft.com/office/officeart/2005/8/layout/vList2"/>
    <dgm:cxn modelId="{E20DABD9-8885-419A-ACCE-12D1071F0C87}" srcId="{181EF9C6-4C22-46CD-82F7-4B7E3B4D28BD}" destId="{219FCD9B-2B1D-4CEE-8890-FFE96660AC8B}" srcOrd="0" destOrd="0" parTransId="{E29E51D9-7991-4F19-A891-646C80EF83EF}" sibTransId="{F020A505-3CE9-4EFF-9D63-E6320CE07CE6}"/>
    <dgm:cxn modelId="{E119B8E6-1253-46F5-A0E6-BF787722A75C}" srcId="{ED402333-8EFF-4BC9-89F3-E6124BFB93A3}" destId="{181EF9C6-4C22-46CD-82F7-4B7E3B4D28BD}" srcOrd="1" destOrd="0" parTransId="{645475FD-2AAB-401A-94A0-22BBBE250DA0}" sibTransId="{ED759F59-449E-4B02-B67F-89FFE3471862}"/>
    <dgm:cxn modelId="{67355DF8-66CA-49C7-BBD5-DCE1E26A811A}" type="presOf" srcId="{0ABC666D-6392-486D-926E-3A808CF80805}" destId="{144CB80A-254C-45DE-AC6D-34166F3FC651}" srcOrd="0" destOrd="1" presId="urn:microsoft.com/office/officeart/2005/8/layout/vList2"/>
    <dgm:cxn modelId="{64826485-116A-4308-BB19-43A57F37C2A8}" type="presParOf" srcId="{64031176-00CF-46C4-9A66-1F2300A987C9}" destId="{1046027D-F5AB-4AB7-A802-E94967355D0B}" srcOrd="0" destOrd="0" presId="urn:microsoft.com/office/officeart/2005/8/layout/vList2"/>
    <dgm:cxn modelId="{43E042BC-AB96-4FE3-8297-C3DDA7D1B1F2}" type="presParOf" srcId="{64031176-00CF-46C4-9A66-1F2300A987C9}" destId="{FDCB845A-69A9-492A-9F09-792C1E414DCF}" srcOrd="1" destOrd="0" presId="urn:microsoft.com/office/officeart/2005/8/layout/vList2"/>
    <dgm:cxn modelId="{9BD816E2-8CB6-4505-94A9-A39CE66CC643}" type="presParOf" srcId="{64031176-00CF-46C4-9A66-1F2300A987C9}" destId="{9CA90A1E-EADA-493A-8CD4-9BAFF55DF015}" srcOrd="2" destOrd="0" presId="urn:microsoft.com/office/officeart/2005/8/layout/vList2"/>
    <dgm:cxn modelId="{BFC63148-02C3-42DB-8A34-D064763AB00B}" type="presParOf" srcId="{64031176-00CF-46C4-9A66-1F2300A987C9}" destId="{144CB80A-254C-45DE-AC6D-34166F3FC65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3BC2C1-FABF-4198-BA9C-70108973AD3C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DB26E7-FF92-4B62-83B9-E858876DD8D3}">
      <dgm:prSet/>
      <dgm:spPr/>
      <dgm:t>
        <a:bodyPr/>
        <a:lstStyle/>
        <a:p>
          <a:r>
            <a:rPr lang="ro-RO" noProof="0" dirty="0"/>
            <a:t>Variantele de sisteme P-Lingua nu mai sunt hard-codate, ci sunt definite de utilizator prin șabloane de reguli (blocuri de tipul “! rule-type-id”)</a:t>
          </a:r>
        </a:p>
      </dgm:t>
    </dgm:pt>
    <dgm:pt modelId="{390BE978-8496-425B-B775-CCB6B20AD5BF}" type="parTrans" cxnId="{E5FAD6C3-4A32-4EC1-901E-B9A5637D0F2D}">
      <dgm:prSet/>
      <dgm:spPr/>
      <dgm:t>
        <a:bodyPr/>
        <a:lstStyle/>
        <a:p>
          <a:endParaRPr lang="en-US"/>
        </a:p>
      </dgm:t>
    </dgm:pt>
    <dgm:pt modelId="{4BB5830F-79ED-4DA0-92A9-DFEE12C2FC55}" type="sibTrans" cxnId="{E5FAD6C3-4A32-4EC1-901E-B9A5637D0F2D}">
      <dgm:prSet/>
      <dgm:spPr/>
      <dgm:t>
        <a:bodyPr/>
        <a:lstStyle/>
        <a:p>
          <a:endParaRPr lang="en-US"/>
        </a:p>
      </dgm:t>
    </dgm:pt>
    <dgm:pt modelId="{48AF849D-08EC-42EE-A843-FBEA55A2A1CF}">
      <dgm:prSet/>
      <dgm:spPr/>
      <dgm:t>
        <a:bodyPr/>
        <a:lstStyle/>
        <a:p>
          <a:r>
            <a:rPr lang="ro-RO" noProof="0" dirty="0"/>
            <a:t>P-Lingua 5 permite controlul exact asupra modului în care se aplică regulile prin modurile de derivare:</a:t>
          </a:r>
        </a:p>
      </dgm:t>
    </dgm:pt>
    <dgm:pt modelId="{D7E1DF8B-A9C4-4098-AE62-AC9BB4EA4D5B}" type="parTrans" cxnId="{C1B532BE-4786-46DB-A151-DEAEA59BDFE1}">
      <dgm:prSet/>
      <dgm:spPr/>
      <dgm:t>
        <a:bodyPr/>
        <a:lstStyle/>
        <a:p>
          <a:endParaRPr lang="en-US"/>
        </a:p>
      </dgm:t>
    </dgm:pt>
    <dgm:pt modelId="{E2DBEC25-5802-4A01-A5E9-938D19D1F37B}" type="sibTrans" cxnId="{C1B532BE-4786-46DB-A151-DEAEA59BDFE1}">
      <dgm:prSet/>
      <dgm:spPr/>
      <dgm:t>
        <a:bodyPr/>
        <a:lstStyle/>
        <a:p>
          <a:endParaRPr lang="en-US"/>
        </a:p>
      </dgm:t>
    </dgm:pt>
    <dgm:pt modelId="{01A03BCD-5A5B-4649-96F0-B3559F4EDA38}">
      <dgm:prSet/>
      <dgm:spPr/>
      <dgm:t>
        <a:bodyPr/>
        <a:lstStyle/>
        <a:p>
          <a:r>
            <a:rPr lang="ro-RO" noProof="0" dirty="0"/>
            <a:t>Maximally parallel (max): Se aplică simultan un multiset maximal de reguli, care nu mai poate fi extins.</a:t>
          </a:r>
        </a:p>
      </dgm:t>
    </dgm:pt>
    <dgm:pt modelId="{B98D45D4-9312-4620-97A2-AADC56FF1571}" type="parTrans" cxnId="{1835AC75-3A71-4BE4-8265-A2D6473F1FE9}">
      <dgm:prSet/>
      <dgm:spPr/>
      <dgm:t>
        <a:bodyPr/>
        <a:lstStyle/>
        <a:p>
          <a:endParaRPr lang="en-US"/>
        </a:p>
      </dgm:t>
    </dgm:pt>
    <dgm:pt modelId="{3D6F2907-8A09-4DB9-8726-B9839E00838E}" type="sibTrans" cxnId="{1835AC75-3A71-4BE4-8265-A2D6473F1FE9}">
      <dgm:prSet/>
      <dgm:spPr/>
      <dgm:t>
        <a:bodyPr/>
        <a:lstStyle/>
        <a:p>
          <a:endParaRPr lang="en-US"/>
        </a:p>
      </dgm:t>
    </dgm:pt>
    <dgm:pt modelId="{0F027CED-F615-481F-9202-28B4587D886B}">
      <dgm:prSet/>
      <dgm:spPr/>
      <dgm:t>
        <a:bodyPr/>
        <a:lstStyle/>
        <a:p>
          <a:r>
            <a:rPr lang="ro-RO" noProof="0" dirty="0"/>
            <a:t>Bounded-by-rule: Se impune o limită superioară pentru de câte ori poate fi selectat un anumit tip de regulă în același pas.</a:t>
          </a:r>
        </a:p>
      </dgm:t>
    </dgm:pt>
    <dgm:pt modelId="{5701C06D-AD79-411D-8D6B-9D3AC1131642}" type="parTrans" cxnId="{54F15235-3E65-4C15-B7F6-9235FB6E8A1D}">
      <dgm:prSet/>
      <dgm:spPr/>
      <dgm:t>
        <a:bodyPr/>
        <a:lstStyle/>
        <a:p>
          <a:endParaRPr lang="en-US"/>
        </a:p>
      </dgm:t>
    </dgm:pt>
    <dgm:pt modelId="{44E4D3C5-4DA5-4C6B-B78C-460EA3F639FD}" type="sibTrans" cxnId="{54F15235-3E65-4C15-B7F6-9235FB6E8A1D}">
      <dgm:prSet/>
      <dgm:spPr/>
      <dgm:t>
        <a:bodyPr/>
        <a:lstStyle/>
        <a:p>
          <a:endParaRPr lang="en-US"/>
        </a:p>
      </dgm:t>
    </dgm:pt>
    <dgm:pt modelId="{1146111F-195C-41E6-9CA0-9FFE39722C96}" type="pres">
      <dgm:prSet presAssocID="{C13BC2C1-FABF-4198-BA9C-70108973AD3C}" presName="Name0" presStyleCnt="0">
        <dgm:presLayoutVars>
          <dgm:dir/>
          <dgm:animLvl val="lvl"/>
          <dgm:resizeHandles val="exact"/>
        </dgm:presLayoutVars>
      </dgm:prSet>
      <dgm:spPr/>
    </dgm:pt>
    <dgm:pt modelId="{84FDB059-1D30-42D7-903A-331D2DE45947}" type="pres">
      <dgm:prSet presAssocID="{48AF849D-08EC-42EE-A843-FBEA55A2A1CF}" presName="boxAndChildren" presStyleCnt="0"/>
      <dgm:spPr/>
    </dgm:pt>
    <dgm:pt modelId="{B54B6192-7ACE-46B5-BB62-7964C449DB57}" type="pres">
      <dgm:prSet presAssocID="{48AF849D-08EC-42EE-A843-FBEA55A2A1CF}" presName="parentTextBox" presStyleLbl="node1" presStyleIdx="0" presStyleCnt="2"/>
      <dgm:spPr/>
    </dgm:pt>
    <dgm:pt modelId="{6C3AB17C-B11E-4EB4-989F-AD7AF8169932}" type="pres">
      <dgm:prSet presAssocID="{48AF849D-08EC-42EE-A843-FBEA55A2A1CF}" presName="entireBox" presStyleLbl="node1" presStyleIdx="0" presStyleCnt="2"/>
      <dgm:spPr/>
    </dgm:pt>
    <dgm:pt modelId="{725DAF76-144C-4F2A-A1F4-96B73B38D3A3}" type="pres">
      <dgm:prSet presAssocID="{48AF849D-08EC-42EE-A843-FBEA55A2A1CF}" presName="descendantBox" presStyleCnt="0"/>
      <dgm:spPr/>
    </dgm:pt>
    <dgm:pt modelId="{21F3D1DE-1748-4E5A-A351-4FED4594D4D4}" type="pres">
      <dgm:prSet presAssocID="{01A03BCD-5A5B-4649-96F0-B3559F4EDA38}" presName="childTextBox" presStyleLbl="fgAccFollowNode1" presStyleIdx="0" presStyleCnt="2">
        <dgm:presLayoutVars>
          <dgm:bulletEnabled val="1"/>
        </dgm:presLayoutVars>
      </dgm:prSet>
      <dgm:spPr/>
    </dgm:pt>
    <dgm:pt modelId="{11F5F543-84E5-48B9-AED3-75B5A39F8E17}" type="pres">
      <dgm:prSet presAssocID="{0F027CED-F615-481F-9202-28B4587D886B}" presName="childTextBox" presStyleLbl="fgAccFollowNode1" presStyleIdx="1" presStyleCnt="2">
        <dgm:presLayoutVars>
          <dgm:bulletEnabled val="1"/>
        </dgm:presLayoutVars>
      </dgm:prSet>
      <dgm:spPr/>
    </dgm:pt>
    <dgm:pt modelId="{51D91BBE-1D56-4A30-9059-5D6F204EA93C}" type="pres">
      <dgm:prSet presAssocID="{4BB5830F-79ED-4DA0-92A9-DFEE12C2FC55}" presName="sp" presStyleCnt="0"/>
      <dgm:spPr/>
    </dgm:pt>
    <dgm:pt modelId="{D01EDF74-2081-4095-8D35-FBF53A552B74}" type="pres">
      <dgm:prSet presAssocID="{C4DB26E7-FF92-4B62-83B9-E858876DD8D3}" presName="arrowAndChildren" presStyleCnt="0"/>
      <dgm:spPr/>
    </dgm:pt>
    <dgm:pt modelId="{B801E525-637D-4569-94CF-CF59CA79ABD5}" type="pres">
      <dgm:prSet presAssocID="{C4DB26E7-FF92-4B62-83B9-E858876DD8D3}" presName="parentTextArrow" presStyleLbl="node1" presStyleIdx="1" presStyleCnt="2"/>
      <dgm:spPr/>
    </dgm:pt>
  </dgm:ptLst>
  <dgm:cxnLst>
    <dgm:cxn modelId="{30431206-3C12-4FE0-AED0-BB7A911D88F9}" type="presOf" srcId="{C4DB26E7-FF92-4B62-83B9-E858876DD8D3}" destId="{B801E525-637D-4569-94CF-CF59CA79ABD5}" srcOrd="0" destOrd="0" presId="urn:microsoft.com/office/officeart/2005/8/layout/process4"/>
    <dgm:cxn modelId="{667D7307-9216-4A3C-B2D0-F5CC0F7B521A}" type="presOf" srcId="{48AF849D-08EC-42EE-A843-FBEA55A2A1CF}" destId="{B54B6192-7ACE-46B5-BB62-7964C449DB57}" srcOrd="0" destOrd="0" presId="urn:microsoft.com/office/officeart/2005/8/layout/process4"/>
    <dgm:cxn modelId="{54F15235-3E65-4C15-B7F6-9235FB6E8A1D}" srcId="{48AF849D-08EC-42EE-A843-FBEA55A2A1CF}" destId="{0F027CED-F615-481F-9202-28B4587D886B}" srcOrd="1" destOrd="0" parTransId="{5701C06D-AD79-411D-8D6B-9D3AC1131642}" sibTransId="{44E4D3C5-4DA5-4C6B-B78C-460EA3F639FD}"/>
    <dgm:cxn modelId="{AC919C3E-4B8A-4AAA-BCBE-97ACEED2BFFA}" type="presOf" srcId="{0F027CED-F615-481F-9202-28B4587D886B}" destId="{11F5F543-84E5-48B9-AED3-75B5A39F8E17}" srcOrd="0" destOrd="0" presId="urn:microsoft.com/office/officeart/2005/8/layout/process4"/>
    <dgm:cxn modelId="{959DEC5E-86D1-4AE2-A2D1-29FED9A6BB41}" type="presOf" srcId="{C13BC2C1-FABF-4198-BA9C-70108973AD3C}" destId="{1146111F-195C-41E6-9CA0-9FFE39722C96}" srcOrd="0" destOrd="0" presId="urn:microsoft.com/office/officeart/2005/8/layout/process4"/>
    <dgm:cxn modelId="{8E73B761-51F3-4EE0-BA67-5E1890497A72}" type="presOf" srcId="{01A03BCD-5A5B-4649-96F0-B3559F4EDA38}" destId="{21F3D1DE-1748-4E5A-A351-4FED4594D4D4}" srcOrd="0" destOrd="0" presId="urn:microsoft.com/office/officeart/2005/8/layout/process4"/>
    <dgm:cxn modelId="{1835AC75-3A71-4BE4-8265-A2D6473F1FE9}" srcId="{48AF849D-08EC-42EE-A843-FBEA55A2A1CF}" destId="{01A03BCD-5A5B-4649-96F0-B3559F4EDA38}" srcOrd="0" destOrd="0" parTransId="{B98D45D4-9312-4620-97A2-AADC56FF1571}" sibTransId="{3D6F2907-8A09-4DB9-8726-B9839E00838E}"/>
    <dgm:cxn modelId="{C1B532BE-4786-46DB-A151-DEAEA59BDFE1}" srcId="{C13BC2C1-FABF-4198-BA9C-70108973AD3C}" destId="{48AF849D-08EC-42EE-A843-FBEA55A2A1CF}" srcOrd="1" destOrd="0" parTransId="{D7E1DF8B-A9C4-4098-AE62-AC9BB4EA4D5B}" sibTransId="{E2DBEC25-5802-4A01-A5E9-938D19D1F37B}"/>
    <dgm:cxn modelId="{E5FAD6C3-4A32-4EC1-901E-B9A5637D0F2D}" srcId="{C13BC2C1-FABF-4198-BA9C-70108973AD3C}" destId="{C4DB26E7-FF92-4B62-83B9-E858876DD8D3}" srcOrd="0" destOrd="0" parTransId="{390BE978-8496-425B-B775-CCB6B20AD5BF}" sibTransId="{4BB5830F-79ED-4DA0-92A9-DFEE12C2FC55}"/>
    <dgm:cxn modelId="{B2C024D0-7265-45B4-BB31-6F3803ADC191}" type="presOf" srcId="{48AF849D-08EC-42EE-A843-FBEA55A2A1CF}" destId="{6C3AB17C-B11E-4EB4-989F-AD7AF8169932}" srcOrd="1" destOrd="0" presId="urn:microsoft.com/office/officeart/2005/8/layout/process4"/>
    <dgm:cxn modelId="{043447C5-614B-487C-93F4-36031483695C}" type="presParOf" srcId="{1146111F-195C-41E6-9CA0-9FFE39722C96}" destId="{84FDB059-1D30-42D7-903A-331D2DE45947}" srcOrd="0" destOrd="0" presId="urn:microsoft.com/office/officeart/2005/8/layout/process4"/>
    <dgm:cxn modelId="{B535D298-CCFF-489B-8DD9-0FDA2760A330}" type="presParOf" srcId="{84FDB059-1D30-42D7-903A-331D2DE45947}" destId="{B54B6192-7ACE-46B5-BB62-7964C449DB57}" srcOrd="0" destOrd="0" presId="urn:microsoft.com/office/officeart/2005/8/layout/process4"/>
    <dgm:cxn modelId="{1C61CB9C-951F-419E-B271-D1CEDA220390}" type="presParOf" srcId="{84FDB059-1D30-42D7-903A-331D2DE45947}" destId="{6C3AB17C-B11E-4EB4-989F-AD7AF8169932}" srcOrd="1" destOrd="0" presId="urn:microsoft.com/office/officeart/2005/8/layout/process4"/>
    <dgm:cxn modelId="{F6794C5C-00F7-479C-B274-9344C830CA56}" type="presParOf" srcId="{84FDB059-1D30-42D7-903A-331D2DE45947}" destId="{725DAF76-144C-4F2A-A1F4-96B73B38D3A3}" srcOrd="2" destOrd="0" presId="urn:microsoft.com/office/officeart/2005/8/layout/process4"/>
    <dgm:cxn modelId="{BF518F31-DBC7-4BAC-8088-AF32F32CEB2E}" type="presParOf" srcId="{725DAF76-144C-4F2A-A1F4-96B73B38D3A3}" destId="{21F3D1DE-1748-4E5A-A351-4FED4594D4D4}" srcOrd="0" destOrd="0" presId="urn:microsoft.com/office/officeart/2005/8/layout/process4"/>
    <dgm:cxn modelId="{A08AC91F-C614-4958-BD22-D2AD47AC97CC}" type="presParOf" srcId="{725DAF76-144C-4F2A-A1F4-96B73B38D3A3}" destId="{11F5F543-84E5-48B9-AED3-75B5A39F8E17}" srcOrd="1" destOrd="0" presId="urn:microsoft.com/office/officeart/2005/8/layout/process4"/>
    <dgm:cxn modelId="{B4301B77-7385-4F6B-8A5D-20711DED23BB}" type="presParOf" srcId="{1146111F-195C-41E6-9CA0-9FFE39722C96}" destId="{51D91BBE-1D56-4A30-9059-5D6F204EA93C}" srcOrd="1" destOrd="0" presId="urn:microsoft.com/office/officeart/2005/8/layout/process4"/>
    <dgm:cxn modelId="{F84C10F5-B745-4EB1-B7C8-B88F5FC957BC}" type="presParOf" srcId="{1146111F-195C-41E6-9CA0-9FFE39722C96}" destId="{D01EDF74-2081-4095-8D35-FBF53A552B74}" srcOrd="2" destOrd="0" presId="urn:microsoft.com/office/officeart/2005/8/layout/process4"/>
    <dgm:cxn modelId="{CF0E660A-908A-4160-81F7-961943656819}" type="presParOf" srcId="{D01EDF74-2081-4095-8D35-FBF53A552B74}" destId="{B801E525-637D-4569-94CF-CF59CA79ABD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F1CA60-AC8D-4366-974E-742128D581C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586E4C-3710-4642-BF42-CD01F8D14D6B}">
      <dgm:prSet/>
      <dgm:spPr/>
      <dgm:t>
        <a:bodyPr/>
        <a:lstStyle/>
        <a:p>
          <a:r>
            <a:rPr lang="ro-RO" noProof="0" dirty="0"/>
            <a:t>I. Inițializare</a:t>
          </a:r>
        </a:p>
      </dgm:t>
    </dgm:pt>
    <dgm:pt modelId="{4A0E489C-2D25-45C6-A935-18CF22ED067B}" type="parTrans" cxnId="{D7A0B522-E953-4CC8-952E-E30BD5BF5C55}">
      <dgm:prSet/>
      <dgm:spPr/>
      <dgm:t>
        <a:bodyPr/>
        <a:lstStyle/>
        <a:p>
          <a:endParaRPr lang="en-US"/>
        </a:p>
      </dgm:t>
    </dgm:pt>
    <dgm:pt modelId="{407681D6-80C9-4A55-A5F0-2F655B7ADFD9}" type="sibTrans" cxnId="{D7A0B522-E953-4CC8-952E-E30BD5BF5C55}">
      <dgm:prSet/>
      <dgm:spPr/>
      <dgm:t>
        <a:bodyPr/>
        <a:lstStyle/>
        <a:p>
          <a:endParaRPr lang="en-US"/>
        </a:p>
      </dgm:t>
    </dgm:pt>
    <dgm:pt modelId="{F1325266-0B38-4609-95AE-191C13C5B453}">
      <dgm:prSet/>
      <dgm:spPr/>
      <dgm:t>
        <a:bodyPr/>
        <a:lstStyle/>
        <a:p>
          <a:r>
            <a:rPr lang="ro-RO" noProof="0" dirty="0"/>
            <a:t>Configurația 0:</a:t>
          </a:r>
        </a:p>
      </dgm:t>
    </dgm:pt>
    <dgm:pt modelId="{3CB99707-7CAC-4147-8E45-916E49A4ABFB}" type="parTrans" cxnId="{4235E41D-8091-4454-B16C-E3B3234CA0CC}">
      <dgm:prSet/>
      <dgm:spPr/>
      <dgm:t>
        <a:bodyPr/>
        <a:lstStyle/>
        <a:p>
          <a:endParaRPr lang="en-US"/>
        </a:p>
      </dgm:t>
    </dgm:pt>
    <dgm:pt modelId="{45D5B512-7C35-45ED-A1D3-81EA51587889}" type="sibTrans" cxnId="{4235E41D-8091-4454-B16C-E3B3234CA0CC}">
      <dgm:prSet/>
      <dgm:spPr/>
      <dgm:t>
        <a:bodyPr/>
        <a:lstStyle/>
        <a:p>
          <a:endParaRPr lang="en-US"/>
        </a:p>
      </dgm:t>
    </dgm:pt>
    <dgm:pt modelId="{2086A79C-2CA2-43DE-A355-506666388988}">
      <dgm:prSet/>
      <dgm:spPr/>
      <dgm:t>
        <a:bodyPr/>
        <a:lstStyle/>
        <a:p>
          <a:r>
            <a:rPr lang="ro-RO" noProof="0" dirty="0"/>
            <a:t>Celula 0 reprezintă mediul</a:t>
          </a:r>
        </a:p>
      </dgm:t>
    </dgm:pt>
    <dgm:pt modelId="{96DDC51A-40EF-4B31-8B56-C85101D8C0EF}" type="parTrans" cxnId="{9B12A850-A917-4619-B966-F5923529375A}">
      <dgm:prSet/>
      <dgm:spPr/>
      <dgm:t>
        <a:bodyPr/>
        <a:lstStyle/>
        <a:p>
          <a:endParaRPr lang="en-US"/>
        </a:p>
      </dgm:t>
    </dgm:pt>
    <dgm:pt modelId="{0DDE2493-3FFA-48FC-9AB3-872A9B815ABD}" type="sibTrans" cxnId="{9B12A850-A917-4619-B966-F5923529375A}">
      <dgm:prSet/>
      <dgm:spPr/>
      <dgm:t>
        <a:bodyPr/>
        <a:lstStyle/>
        <a:p>
          <a:endParaRPr lang="en-US"/>
        </a:p>
      </dgm:t>
    </dgm:pt>
    <dgm:pt modelId="{E0F14344-EFE9-4372-8C1A-499F6EC9C725}">
      <dgm:prSet/>
      <dgm:spPr/>
      <dgm:t>
        <a:bodyPr/>
        <a:lstStyle/>
        <a:p>
          <a:r>
            <a:rPr lang="ro-RO" noProof="0" dirty="0"/>
            <a:t>Celula 1: p</a:t>
          </a:r>
          <a:r>
            <a:rPr lang="ro-RO" baseline="-25000" noProof="0" dirty="0"/>
            <a:t>1</a:t>
          </a:r>
          <a:r>
            <a:rPr lang="ro-RO" noProof="0" dirty="0"/>
            <a:t>, p</a:t>
          </a:r>
          <a:r>
            <a:rPr lang="ro-RO" baseline="-25000" noProof="0" dirty="0"/>
            <a:t>2</a:t>
          </a:r>
          <a:r>
            <a:rPr lang="ro-RO" noProof="0" dirty="0"/>
            <a:t>, p</a:t>
          </a:r>
          <a:r>
            <a:rPr lang="ro-RO" baseline="-25000" noProof="0" dirty="0"/>
            <a:t>3</a:t>
          </a:r>
          <a:endParaRPr lang="ro-RO" noProof="0" dirty="0"/>
        </a:p>
      </dgm:t>
    </dgm:pt>
    <dgm:pt modelId="{D84289E0-995E-4CE7-9809-76A385B4FCEB}" type="parTrans" cxnId="{E266429E-FA0F-4314-9D3D-1D69D5DD2C8E}">
      <dgm:prSet/>
      <dgm:spPr/>
      <dgm:t>
        <a:bodyPr/>
        <a:lstStyle/>
        <a:p>
          <a:endParaRPr lang="en-US"/>
        </a:p>
      </dgm:t>
    </dgm:pt>
    <dgm:pt modelId="{8A922E5A-0B53-49B0-9845-3CF9C780D613}" type="sibTrans" cxnId="{E266429E-FA0F-4314-9D3D-1D69D5DD2C8E}">
      <dgm:prSet/>
      <dgm:spPr/>
      <dgm:t>
        <a:bodyPr/>
        <a:lstStyle/>
        <a:p>
          <a:endParaRPr lang="en-US"/>
        </a:p>
      </dgm:t>
    </dgm:pt>
    <dgm:pt modelId="{DF9DEE27-7D80-4BE2-A6EE-7F35E6222AE8}">
      <dgm:prSet/>
      <dgm:spPr/>
      <dgm:t>
        <a:bodyPr/>
        <a:lstStyle/>
        <a:p>
          <a:r>
            <a:rPr lang="ro-RO" noProof="0" dirty="0"/>
            <a:t>Celula 2: Ø</a:t>
          </a:r>
        </a:p>
      </dgm:t>
    </dgm:pt>
    <dgm:pt modelId="{19ABFEE1-B0A3-4268-B770-5414545E1BE7}" type="parTrans" cxnId="{4C36C5C3-1CE7-4CEB-AF05-D682DA6F0F1F}">
      <dgm:prSet/>
      <dgm:spPr/>
      <dgm:t>
        <a:bodyPr/>
        <a:lstStyle/>
        <a:p>
          <a:endParaRPr lang="en-US"/>
        </a:p>
      </dgm:t>
    </dgm:pt>
    <dgm:pt modelId="{AB278813-CC72-40BD-BAEE-CBA5E4E8AB19}" type="sibTrans" cxnId="{4C36C5C3-1CE7-4CEB-AF05-D682DA6F0F1F}">
      <dgm:prSet/>
      <dgm:spPr/>
      <dgm:t>
        <a:bodyPr/>
        <a:lstStyle/>
        <a:p>
          <a:endParaRPr lang="en-US"/>
        </a:p>
      </dgm:t>
    </dgm:pt>
    <dgm:pt modelId="{AB8D380A-B467-4808-A8CC-1711B4369C71}">
      <dgm:prSet/>
      <dgm:spPr/>
      <dgm:t>
        <a:bodyPr/>
        <a:lstStyle/>
        <a:p>
          <a:r>
            <a:rPr lang="ro-RO" noProof="0" dirty="0"/>
            <a:t>R</a:t>
          </a:r>
          <a:r>
            <a:rPr lang="ro-RO" baseline="-25000" noProof="0" dirty="0"/>
            <a:t>sel</a:t>
          </a:r>
          <a:r>
            <a:rPr lang="ro-RO" noProof="0" dirty="0"/>
            <a:t>= Ø</a:t>
          </a:r>
        </a:p>
      </dgm:t>
    </dgm:pt>
    <dgm:pt modelId="{0CB28C16-B856-4F85-B2DB-D97E539F81B1}" type="parTrans" cxnId="{BE00D907-FB63-41E4-8530-5E97A4851346}">
      <dgm:prSet/>
      <dgm:spPr/>
      <dgm:t>
        <a:bodyPr/>
        <a:lstStyle/>
        <a:p>
          <a:endParaRPr lang="en-US"/>
        </a:p>
      </dgm:t>
    </dgm:pt>
    <dgm:pt modelId="{35B039DA-27C6-4DB4-8FA2-2CC417B2C43D}" type="sibTrans" cxnId="{BE00D907-FB63-41E4-8530-5E97A4851346}">
      <dgm:prSet/>
      <dgm:spPr/>
      <dgm:t>
        <a:bodyPr/>
        <a:lstStyle/>
        <a:p>
          <a:endParaRPr lang="en-US"/>
        </a:p>
      </dgm:t>
    </dgm:pt>
    <dgm:pt modelId="{766FB6E5-82A7-4DC9-859B-7E1107E0B970}">
      <dgm:prSet/>
      <dgm:spPr/>
      <dgm:t>
        <a:bodyPr/>
        <a:lstStyle/>
        <a:p>
          <a:r>
            <a:rPr lang="ro-RO" noProof="0" dirty="0"/>
            <a:t>II. Selectare pentru regulile de comunicare</a:t>
          </a:r>
        </a:p>
      </dgm:t>
    </dgm:pt>
    <dgm:pt modelId="{4AD48C83-AAFF-4B1B-8C67-349EBC4E0D6B}" type="parTrans" cxnId="{24691DE9-4511-4D47-ADF9-F8E3F3611E28}">
      <dgm:prSet/>
      <dgm:spPr/>
      <dgm:t>
        <a:bodyPr/>
        <a:lstStyle/>
        <a:p>
          <a:endParaRPr lang="en-US"/>
        </a:p>
      </dgm:t>
    </dgm:pt>
    <dgm:pt modelId="{EA6A4107-729D-40AB-93B3-6942872CA88C}" type="sibTrans" cxnId="{24691DE9-4511-4D47-ADF9-F8E3F3611E28}">
      <dgm:prSet/>
      <dgm:spPr/>
      <dgm:t>
        <a:bodyPr/>
        <a:lstStyle/>
        <a:p>
          <a:endParaRPr lang="en-US"/>
        </a:p>
      </dgm:t>
    </dgm:pt>
    <dgm:pt modelId="{C27B9D18-F65C-4922-8F65-FDB0D931FB3D}">
      <dgm:prSet/>
      <dgm:spPr/>
      <dgm:t>
        <a:bodyPr/>
        <a:lstStyle/>
        <a:p>
          <a:r>
            <a:rPr lang="ro-RO" noProof="0" dirty="0"/>
            <a:t>III. Selectare pentru regulile de divizare</a:t>
          </a:r>
        </a:p>
      </dgm:t>
    </dgm:pt>
    <dgm:pt modelId="{1DF3D978-AF48-4595-A9D3-800F845AD052}" type="parTrans" cxnId="{AF48561E-F0DE-40DD-B418-1BF4EC32E3F2}">
      <dgm:prSet/>
      <dgm:spPr/>
      <dgm:t>
        <a:bodyPr/>
        <a:lstStyle/>
        <a:p>
          <a:endParaRPr lang="en-US"/>
        </a:p>
      </dgm:t>
    </dgm:pt>
    <dgm:pt modelId="{3040C423-5E81-426A-8C21-19F001146B65}" type="sibTrans" cxnId="{AF48561E-F0DE-40DD-B418-1BF4EC32E3F2}">
      <dgm:prSet/>
      <dgm:spPr/>
      <dgm:t>
        <a:bodyPr/>
        <a:lstStyle/>
        <a:p>
          <a:endParaRPr lang="en-US"/>
        </a:p>
      </dgm:t>
    </dgm:pt>
    <dgm:pt modelId="{349D672C-C576-4658-958B-90C759F307BA}">
      <dgm:prSet/>
      <dgm:spPr/>
      <dgm:t>
        <a:bodyPr/>
        <a:lstStyle/>
        <a:p>
          <a:r>
            <a:rPr lang="ro-RO" noProof="0" dirty="0"/>
            <a:t>IV. Executarea regulilor</a:t>
          </a:r>
        </a:p>
      </dgm:t>
    </dgm:pt>
    <dgm:pt modelId="{9FC5BA6B-9A24-405C-B351-321EDB1CF418}" type="parTrans" cxnId="{5569A4EF-C0E3-4D20-8B03-0F710327448E}">
      <dgm:prSet/>
      <dgm:spPr/>
      <dgm:t>
        <a:bodyPr/>
        <a:lstStyle/>
        <a:p>
          <a:endParaRPr lang="en-US"/>
        </a:p>
      </dgm:t>
    </dgm:pt>
    <dgm:pt modelId="{2DE94AA6-C7EE-41F4-B351-833CB2252ADF}" type="sibTrans" cxnId="{5569A4EF-C0E3-4D20-8B03-0F710327448E}">
      <dgm:prSet/>
      <dgm:spPr/>
      <dgm:t>
        <a:bodyPr/>
        <a:lstStyle/>
        <a:p>
          <a:endParaRPr lang="en-US"/>
        </a:p>
      </dgm:t>
    </dgm:pt>
    <dgm:pt modelId="{34D205D3-85DD-470F-9E42-6F81CD973080}">
      <dgm:prSet/>
      <dgm:spPr/>
      <dgm:t>
        <a:bodyPr/>
        <a:lstStyle/>
        <a:p>
          <a:r>
            <a:rPr lang="ro-RO" noProof="0" dirty="0"/>
            <a:t>V. Verificare terminare execuție</a:t>
          </a:r>
        </a:p>
      </dgm:t>
    </dgm:pt>
    <dgm:pt modelId="{0E811A0C-40E8-4E50-8087-DADB4C4E728D}" type="parTrans" cxnId="{9DD1AFCD-3ED9-4302-977C-8AEF923AB5C3}">
      <dgm:prSet/>
      <dgm:spPr/>
      <dgm:t>
        <a:bodyPr/>
        <a:lstStyle/>
        <a:p>
          <a:endParaRPr lang="en-US"/>
        </a:p>
      </dgm:t>
    </dgm:pt>
    <dgm:pt modelId="{FAB85D1F-0227-49FB-9C68-BC585C6A3F15}" type="sibTrans" cxnId="{9DD1AFCD-3ED9-4302-977C-8AEF923AB5C3}">
      <dgm:prSet/>
      <dgm:spPr/>
      <dgm:t>
        <a:bodyPr/>
        <a:lstStyle/>
        <a:p>
          <a:endParaRPr lang="en-US"/>
        </a:p>
      </dgm:t>
    </dgm:pt>
    <dgm:pt modelId="{861A41A9-DAC9-42E6-B1F9-2788012F8599}">
      <dgm:prSet/>
      <dgm:spPr/>
      <dgm:t>
        <a:bodyPr/>
        <a:lstStyle/>
        <a:p>
          <a:r>
            <a:rPr lang="ro-RO" noProof="0" dirty="0"/>
            <a:t>if R</a:t>
          </a:r>
          <a:r>
            <a:rPr lang="ro-RO" baseline="-25000" noProof="0" dirty="0"/>
            <a:t>sel</a:t>
          </a:r>
          <a:r>
            <a:rPr lang="ro-RO" noProof="0" dirty="0"/>
            <a:t>== Ø then END</a:t>
          </a:r>
        </a:p>
      </dgm:t>
    </dgm:pt>
    <dgm:pt modelId="{04B7DF96-B0C2-4895-87DE-04BFE669E7EE}" type="parTrans" cxnId="{858F9726-76F4-41A5-8F67-2F98F3FC0F5C}">
      <dgm:prSet/>
      <dgm:spPr/>
      <dgm:t>
        <a:bodyPr/>
        <a:lstStyle/>
        <a:p>
          <a:endParaRPr lang="en-US"/>
        </a:p>
      </dgm:t>
    </dgm:pt>
    <dgm:pt modelId="{58B998E5-06CF-44F8-91EC-21935B3EECDF}" type="sibTrans" cxnId="{858F9726-76F4-41A5-8F67-2F98F3FC0F5C}">
      <dgm:prSet/>
      <dgm:spPr/>
      <dgm:t>
        <a:bodyPr/>
        <a:lstStyle/>
        <a:p>
          <a:endParaRPr lang="en-US"/>
        </a:p>
      </dgm:t>
    </dgm:pt>
    <dgm:pt modelId="{626C0B6C-8BE5-44DF-B54F-9DF5366C3C57}">
      <dgm:prSet/>
      <dgm:spPr/>
      <dgm:t>
        <a:bodyPr/>
        <a:lstStyle/>
        <a:p>
          <a:r>
            <a:rPr lang="ro-RO" noProof="0" dirty="0"/>
            <a:t>else { C</a:t>
          </a:r>
          <a:r>
            <a:rPr lang="ro-RO" baseline="-25000" noProof="0" dirty="0"/>
            <a:t>t+1</a:t>
          </a:r>
          <a:r>
            <a:rPr lang="ro-RO" noProof="0" dirty="0"/>
            <a:t> = C</a:t>
          </a:r>
          <a:r>
            <a:rPr lang="ro-RO" baseline="-25000" noProof="0" dirty="0"/>
            <a:t>t</a:t>
          </a:r>
          <a:r>
            <a:rPr lang="ro-RO" noProof="0" dirty="0"/>
            <a:t> ; goto I. }</a:t>
          </a:r>
        </a:p>
      </dgm:t>
    </dgm:pt>
    <dgm:pt modelId="{C0F70EA5-05C5-446B-973C-96591ABEBA74}" type="parTrans" cxnId="{888DDF4B-7466-4A23-9440-21727EA89229}">
      <dgm:prSet/>
      <dgm:spPr/>
      <dgm:t>
        <a:bodyPr/>
        <a:lstStyle/>
        <a:p>
          <a:endParaRPr lang="en-US"/>
        </a:p>
      </dgm:t>
    </dgm:pt>
    <dgm:pt modelId="{2E0539F6-3692-4917-828D-6121735A8229}" type="sibTrans" cxnId="{888DDF4B-7466-4A23-9440-21727EA89229}">
      <dgm:prSet/>
      <dgm:spPr/>
      <dgm:t>
        <a:bodyPr/>
        <a:lstStyle/>
        <a:p>
          <a:endParaRPr lang="en-US"/>
        </a:p>
      </dgm:t>
    </dgm:pt>
    <dgm:pt modelId="{EBD1FCBB-4AEA-4075-99A9-5F8DF95AE9F0}" type="pres">
      <dgm:prSet presAssocID="{8CF1CA60-AC8D-4366-974E-742128D581C2}" presName="linear" presStyleCnt="0">
        <dgm:presLayoutVars>
          <dgm:animLvl val="lvl"/>
          <dgm:resizeHandles val="exact"/>
        </dgm:presLayoutVars>
      </dgm:prSet>
      <dgm:spPr/>
    </dgm:pt>
    <dgm:pt modelId="{1C2CE4B2-48F6-4FFD-998D-D20C0852A7D2}" type="pres">
      <dgm:prSet presAssocID="{27586E4C-3710-4642-BF42-CD01F8D14D6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A01EE33-D29E-48D5-A19F-E419F4B26B58}" type="pres">
      <dgm:prSet presAssocID="{27586E4C-3710-4642-BF42-CD01F8D14D6B}" presName="childText" presStyleLbl="revTx" presStyleIdx="0" presStyleCnt="2">
        <dgm:presLayoutVars>
          <dgm:bulletEnabled val="1"/>
        </dgm:presLayoutVars>
      </dgm:prSet>
      <dgm:spPr/>
    </dgm:pt>
    <dgm:pt modelId="{C02BE1DF-60F4-4473-9ABF-D815055844B2}" type="pres">
      <dgm:prSet presAssocID="{766FB6E5-82A7-4DC9-859B-7E1107E0B97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AC6CECC-B012-44A9-A981-5C912E9669DC}" type="pres">
      <dgm:prSet presAssocID="{EA6A4107-729D-40AB-93B3-6942872CA88C}" presName="spacer" presStyleCnt="0"/>
      <dgm:spPr/>
    </dgm:pt>
    <dgm:pt modelId="{D4CD54DB-DAB5-4EE9-B314-2ACA7BD32332}" type="pres">
      <dgm:prSet presAssocID="{C27B9D18-F65C-4922-8F65-FDB0D931FB3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08C5DC4-C0B5-4231-BF84-039E2B05E903}" type="pres">
      <dgm:prSet presAssocID="{3040C423-5E81-426A-8C21-19F001146B65}" presName="spacer" presStyleCnt="0"/>
      <dgm:spPr/>
    </dgm:pt>
    <dgm:pt modelId="{7045E4B8-E145-477B-AE6C-C669C577CB4F}" type="pres">
      <dgm:prSet presAssocID="{349D672C-C576-4658-958B-90C759F307B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687D3A3-E460-4D49-9DA4-C02E1E199C10}" type="pres">
      <dgm:prSet presAssocID="{2DE94AA6-C7EE-41F4-B351-833CB2252ADF}" presName="spacer" presStyleCnt="0"/>
      <dgm:spPr/>
    </dgm:pt>
    <dgm:pt modelId="{F78B93F9-79A2-45E8-9471-0FD709C3764E}" type="pres">
      <dgm:prSet presAssocID="{34D205D3-85DD-470F-9E42-6F81CD97308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042CCCF-F74A-4FB9-A567-E4D56E6077E4}" type="pres">
      <dgm:prSet presAssocID="{34D205D3-85DD-470F-9E42-6F81CD97308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E00D907-FB63-41E4-8530-5E97A4851346}" srcId="{27586E4C-3710-4642-BF42-CD01F8D14D6B}" destId="{AB8D380A-B467-4808-A8CC-1711B4369C71}" srcOrd="1" destOrd="0" parTransId="{0CB28C16-B856-4F85-B2DB-D97E539F81B1}" sibTransId="{35B039DA-27C6-4DB4-8FA2-2CC417B2C43D}"/>
    <dgm:cxn modelId="{C470E010-217F-40F6-9140-C257A565AF9F}" type="presOf" srcId="{2086A79C-2CA2-43DE-A355-506666388988}" destId="{7A01EE33-D29E-48D5-A19F-E419F4B26B58}" srcOrd="0" destOrd="1" presId="urn:microsoft.com/office/officeart/2005/8/layout/vList2"/>
    <dgm:cxn modelId="{4235E41D-8091-4454-B16C-E3B3234CA0CC}" srcId="{27586E4C-3710-4642-BF42-CD01F8D14D6B}" destId="{F1325266-0B38-4609-95AE-191C13C5B453}" srcOrd="0" destOrd="0" parTransId="{3CB99707-7CAC-4147-8E45-916E49A4ABFB}" sibTransId="{45D5B512-7C35-45ED-A1D3-81EA51587889}"/>
    <dgm:cxn modelId="{AF48561E-F0DE-40DD-B418-1BF4EC32E3F2}" srcId="{8CF1CA60-AC8D-4366-974E-742128D581C2}" destId="{C27B9D18-F65C-4922-8F65-FDB0D931FB3D}" srcOrd="2" destOrd="0" parTransId="{1DF3D978-AF48-4595-A9D3-800F845AD052}" sibTransId="{3040C423-5E81-426A-8C21-19F001146B65}"/>
    <dgm:cxn modelId="{D7A0B522-E953-4CC8-952E-E30BD5BF5C55}" srcId="{8CF1CA60-AC8D-4366-974E-742128D581C2}" destId="{27586E4C-3710-4642-BF42-CD01F8D14D6B}" srcOrd="0" destOrd="0" parTransId="{4A0E489C-2D25-45C6-A935-18CF22ED067B}" sibTransId="{407681D6-80C9-4A55-A5F0-2F655B7ADFD9}"/>
    <dgm:cxn modelId="{858F9726-76F4-41A5-8F67-2F98F3FC0F5C}" srcId="{34D205D3-85DD-470F-9E42-6F81CD973080}" destId="{861A41A9-DAC9-42E6-B1F9-2788012F8599}" srcOrd="0" destOrd="0" parTransId="{04B7DF96-B0C2-4895-87DE-04BFE669E7EE}" sibTransId="{58B998E5-06CF-44F8-91EC-21935B3EECDF}"/>
    <dgm:cxn modelId="{0228FB3D-1465-45A4-A3AC-5327289AD6E2}" type="presOf" srcId="{8CF1CA60-AC8D-4366-974E-742128D581C2}" destId="{EBD1FCBB-4AEA-4075-99A9-5F8DF95AE9F0}" srcOrd="0" destOrd="0" presId="urn:microsoft.com/office/officeart/2005/8/layout/vList2"/>
    <dgm:cxn modelId="{888DDF4B-7466-4A23-9440-21727EA89229}" srcId="{34D205D3-85DD-470F-9E42-6F81CD973080}" destId="{626C0B6C-8BE5-44DF-B54F-9DF5366C3C57}" srcOrd="1" destOrd="0" parTransId="{C0F70EA5-05C5-446B-973C-96591ABEBA74}" sibTransId="{2E0539F6-3692-4917-828D-6121735A8229}"/>
    <dgm:cxn modelId="{9B12A850-A917-4619-B966-F5923529375A}" srcId="{F1325266-0B38-4609-95AE-191C13C5B453}" destId="{2086A79C-2CA2-43DE-A355-506666388988}" srcOrd="0" destOrd="0" parTransId="{96DDC51A-40EF-4B31-8B56-C85101D8C0EF}" sibTransId="{0DDE2493-3FFA-48FC-9AB3-872A9B815ABD}"/>
    <dgm:cxn modelId="{E26B4855-0C9B-4ABF-9915-8FC28879D426}" type="presOf" srcId="{F1325266-0B38-4609-95AE-191C13C5B453}" destId="{7A01EE33-D29E-48D5-A19F-E419F4B26B58}" srcOrd="0" destOrd="0" presId="urn:microsoft.com/office/officeart/2005/8/layout/vList2"/>
    <dgm:cxn modelId="{C19D8658-94F9-4629-A699-E10FC3562DF2}" type="presOf" srcId="{766FB6E5-82A7-4DC9-859B-7E1107E0B970}" destId="{C02BE1DF-60F4-4473-9ABF-D815055844B2}" srcOrd="0" destOrd="0" presId="urn:microsoft.com/office/officeart/2005/8/layout/vList2"/>
    <dgm:cxn modelId="{99826A59-402B-44DF-877F-1EF9489A69A5}" type="presOf" srcId="{27586E4C-3710-4642-BF42-CD01F8D14D6B}" destId="{1C2CE4B2-48F6-4FFD-998D-D20C0852A7D2}" srcOrd="0" destOrd="0" presId="urn:microsoft.com/office/officeart/2005/8/layout/vList2"/>
    <dgm:cxn modelId="{15BB9E7C-B724-48CB-874C-951E6A0ECB06}" type="presOf" srcId="{861A41A9-DAC9-42E6-B1F9-2788012F8599}" destId="{0042CCCF-F74A-4FB9-A567-E4D56E6077E4}" srcOrd="0" destOrd="0" presId="urn:microsoft.com/office/officeart/2005/8/layout/vList2"/>
    <dgm:cxn modelId="{CFFB469D-0FE1-4830-8596-18F1AF5EB0C1}" type="presOf" srcId="{349D672C-C576-4658-958B-90C759F307BA}" destId="{7045E4B8-E145-477B-AE6C-C669C577CB4F}" srcOrd="0" destOrd="0" presId="urn:microsoft.com/office/officeart/2005/8/layout/vList2"/>
    <dgm:cxn modelId="{E266429E-FA0F-4314-9D3D-1D69D5DD2C8E}" srcId="{F1325266-0B38-4609-95AE-191C13C5B453}" destId="{E0F14344-EFE9-4372-8C1A-499F6EC9C725}" srcOrd="1" destOrd="0" parTransId="{D84289E0-995E-4CE7-9809-76A385B4FCEB}" sibTransId="{8A922E5A-0B53-49B0-9845-3CF9C780D613}"/>
    <dgm:cxn modelId="{3F4357AA-2F74-4AA5-984E-AB9C0E72B6CA}" type="presOf" srcId="{C27B9D18-F65C-4922-8F65-FDB0D931FB3D}" destId="{D4CD54DB-DAB5-4EE9-B314-2ACA7BD32332}" srcOrd="0" destOrd="0" presId="urn:microsoft.com/office/officeart/2005/8/layout/vList2"/>
    <dgm:cxn modelId="{88BB9AB8-EC41-41B7-92D3-383F0346D3DD}" type="presOf" srcId="{E0F14344-EFE9-4372-8C1A-499F6EC9C725}" destId="{7A01EE33-D29E-48D5-A19F-E419F4B26B58}" srcOrd="0" destOrd="2" presId="urn:microsoft.com/office/officeart/2005/8/layout/vList2"/>
    <dgm:cxn modelId="{4C36C5C3-1CE7-4CEB-AF05-D682DA6F0F1F}" srcId="{F1325266-0B38-4609-95AE-191C13C5B453}" destId="{DF9DEE27-7D80-4BE2-A6EE-7F35E6222AE8}" srcOrd="2" destOrd="0" parTransId="{19ABFEE1-B0A3-4268-B770-5414545E1BE7}" sibTransId="{AB278813-CC72-40BD-BAEE-CBA5E4E8AB19}"/>
    <dgm:cxn modelId="{8411E7CC-9896-4C15-969B-2DFF5E29FDE5}" type="presOf" srcId="{DF9DEE27-7D80-4BE2-A6EE-7F35E6222AE8}" destId="{7A01EE33-D29E-48D5-A19F-E419F4B26B58}" srcOrd="0" destOrd="3" presId="urn:microsoft.com/office/officeart/2005/8/layout/vList2"/>
    <dgm:cxn modelId="{9DD1AFCD-3ED9-4302-977C-8AEF923AB5C3}" srcId="{8CF1CA60-AC8D-4366-974E-742128D581C2}" destId="{34D205D3-85DD-470F-9E42-6F81CD973080}" srcOrd="4" destOrd="0" parTransId="{0E811A0C-40E8-4E50-8087-DADB4C4E728D}" sibTransId="{FAB85D1F-0227-49FB-9C68-BC585C6A3F15}"/>
    <dgm:cxn modelId="{07FBF1D4-4CA4-4094-B45A-4BD74AABD8F3}" type="presOf" srcId="{34D205D3-85DD-470F-9E42-6F81CD973080}" destId="{F78B93F9-79A2-45E8-9471-0FD709C3764E}" srcOrd="0" destOrd="0" presId="urn:microsoft.com/office/officeart/2005/8/layout/vList2"/>
    <dgm:cxn modelId="{24691DE9-4511-4D47-ADF9-F8E3F3611E28}" srcId="{8CF1CA60-AC8D-4366-974E-742128D581C2}" destId="{766FB6E5-82A7-4DC9-859B-7E1107E0B970}" srcOrd="1" destOrd="0" parTransId="{4AD48C83-AAFF-4B1B-8C67-349EBC4E0D6B}" sibTransId="{EA6A4107-729D-40AB-93B3-6942872CA88C}"/>
    <dgm:cxn modelId="{30B834EB-5FF7-40D6-BFA0-5589BE76A38F}" type="presOf" srcId="{626C0B6C-8BE5-44DF-B54F-9DF5366C3C57}" destId="{0042CCCF-F74A-4FB9-A567-E4D56E6077E4}" srcOrd="0" destOrd="1" presId="urn:microsoft.com/office/officeart/2005/8/layout/vList2"/>
    <dgm:cxn modelId="{5569A4EF-C0E3-4D20-8B03-0F710327448E}" srcId="{8CF1CA60-AC8D-4366-974E-742128D581C2}" destId="{349D672C-C576-4658-958B-90C759F307BA}" srcOrd="3" destOrd="0" parTransId="{9FC5BA6B-9A24-405C-B351-321EDB1CF418}" sibTransId="{2DE94AA6-C7EE-41F4-B351-833CB2252ADF}"/>
    <dgm:cxn modelId="{3C6406FD-3608-40CA-AA7D-CA1AFEE06859}" type="presOf" srcId="{AB8D380A-B467-4808-A8CC-1711B4369C71}" destId="{7A01EE33-D29E-48D5-A19F-E419F4B26B58}" srcOrd="0" destOrd="4" presId="urn:microsoft.com/office/officeart/2005/8/layout/vList2"/>
    <dgm:cxn modelId="{2695BF40-ED23-47A0-973D-5ADD8809D4C8}" type="presParOf" srcId="{EBD1FCBB-4AEA-4075-99A9-5F8DF95AE9F0}" destId="{1C2CE4B2-48F6-4FFD-998D-D20C0852A7D2}" srcOrd="0" destOrd="0" presId="urn:microsoft.com/office/officeart/2005/8/layout/vList2"/>
    <dgm:cxn modelId="{1D9562DC-7DD0-415A-B9DE-008795D5D80A}" type="presParOf" srcId="{EBD1FCBB-4AEA-4075-99A9-5F8DF95AE9F0}" destId="{7A01EE33-D29E-48D5-A19F-E419F4B26B58}" srcOrd="1" destOrd="0" presId="urn:microsoft.com/office/officeart/2005/8/layout/vList2"/>
    <dgm:cxn modelId="{A25C35A8-DD0B-47FD-921D-7CAFA545ABE3}" type="presParOf" srcId="{EBD1FCBB-4AEA-4075-99A9-5F8DF95AE9F0}" destId="{C02BE1DF-60F4-4473-9ABF-D815055844B2}" srcOrd="2" destOrd="0" presId="urn:microsoft.com/office/officeart/2005/8/layout/vList2"/>
    <dgm:cxn modelId="{0234B6B6-FB93-4F7C-988E-1DA8092FD475}" type="presParOf" srcId="{EBD1FCBB-4AEA-4075-99A9-5F8DF95AE9F0}" destId="{5AC6CECC-B012-44A9-A981-5C912E9669DC}" srcOrd="3" destOrd="0" presId="urn:microsoft.com/office/officeart/2005/8/layout/vList2"/>
    <dgm:cxn modelId="{1567A1C1-0B38-4372-AA3D-E0C3666879DC}" type="presParOf" srcId="{EBD1FCBB-4AEA-4075-99A9-5F8DF95AE9F0}" destId="{D4CD54DB-DAB5-4EE9-B314-2ACA7BD32332}" srcOrd="4" destOrd="0" presId="urn:microsoft.com/office/officeart/2005/8/layout/vList2"/>
    <dgm:cxn modelId="{3756C8C6-2332-43D9-A9CF-AAEFCC47C1C2}" type="presParOf" srcId="{EBD1FCBB-4AEA-4075-99A9-5F8DF95AE9F0}" destId="{008C5DC4-C0B5-4231-BF84-039E2B05E903}" srcOrd="5" destOrd="0" presId="urn:microsoft.com/office/officeart/2005/8/layout/vList2"/>
    <dgm:cxn modelId="{3C2B5387-9609-4067-8368-10CD89A4EE11}" type="presParOf" srcId="{EBD1FCBB-4AEA-4075-99A9-5F8DF95AE9F0}" destId="{7045E4B8-E145-477B-AE6C-C669C577CB4F}" srcOrd="6" destOrd="0" presId="urn:microsoft.com/office/officeart/2005/8/layout/vList2"/>
    <dgm:cxn modelId="{8830664D-965D-4B64-AD16-819702B8A1CE}" type="presParOf" srcId="{EBD1FCBB-4AEA-4075-99A9-5F8DF95AE9F0}" destId="{D687D3A3-E460-4D49-9DA4-C02E1E199C10}" srcOrd="7" destOrd="0" presId="urn:microsoft.com/office/officeart/2005/8/layout/vList2"/>
    <dgm:cxn modelId="{0F553D92-4270-4BE9-8CEF-B8706E38710A}" type="presParOf" srcId="{EBD1FCBB-4AEA-4075-99A9-5F8DF95AE9F0}" destId="{F78B93F9-79A2-45E8-9471-0FD709C3764E}" srcOrd="8" destOrd="0" presId="urn:microsoft.com/office/officeart/2005/8/layout/vList2"/>
    <dgm:cxn modelId="{E2321353-A5E0-4335-B939-152583926378}" type="presParOf" srcId="{EBD1FCBB-4AEA-4075-99A9-5F8DF95AE9F0}" destId="{0042CCCF-F74A-4FB9-A567-E4D56E6077E4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01937-1FB4-4A4C-8635-D57FE83F22D8}">
      <dsp:nvSpPr>
        <dsp:cNvPr id="0" name=""/>
        <dsp:cNvSpPr/>
      </dsp:nvSpPr>
      <dsp:spPr>
        <a:xfrm>
          <a:off x="0" y="323734"/>
          <a:ext cx="6666833" cy="8751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noProof="0" dirty="0"/>
            <a:t>Au fost introduse de către academicianul Gheorghe Păun. </a:t>
          </a:r>
        </a:p>
      </dsp:txBody>
      <dsp:txXfrm>
        <a:off x="42722" y="366456"/>
        <a:ext cx="6581389" cy="789716"/>
      </dsp:txXfrm>
    </dsp:sp>
    <dsp:sp modelId="{BE0372EF-AF3D-435F-B8B4-80566CB1844C}">
      <dsp:nvSpPr>
        <dsp:cNvPr id="0" name=""/>
        <dsp:cNvSpPr/>
      </dsp:nvSpPr>
      <dsp:spPr>
        <a:xfrm>
          <a:off x="0" y="1262254"/>
          <a:ext cx="6666833" cy="8751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noProof="0" dirty="0"/>
            <a:t>Reprezintă modele de calcul distribuite și paralele, inspirate din rețelele de celule (țesuturi) din natură.</a:t>
          </a:r>
        </a:p>
      </dsp:txBody>
      <dsp:txXfrm>
        <a:off x="42722" y="1304976"/>
        <a:ext cx="6581389" cy="789716"/>
      </dsp:txXfrm>
    </dsp:sp>
    <dsp:sp modelId="{93679D11-0E24-455C-96E8-EE8324CEFC7C}">
      <dsp:nvSpPr>
        <dsp:cNvPr id="0" name=""/>
        <dsp:cNvSpPr/>
      </dsp:nvSpPr>
      <dsp:spPr>
        <a:xfrm>
          <a:off x="0" y="2200775"/>
          <a:ext cx="6666833" cy="8751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noProof="0" dirty="0"/>
            <a:t>Celulele sunt văzute ca noduri într-un graf neorientat, comunicând prin canale specificate în avans.</a:t>
          </a:r>
        </a:p>
      </dsp:txBody>
      <dsp:txXfrm>
        <a:off x="42722" y="2243497"/>
        <a:ext cx="6581389" cy="789716"/>
      </dsp:txXfrm>
    </dsp:sp>
    <dsp:sp modelId="{28CCF062-00BD-4A96-93B6-E632B047D5CA}">
      <dsp:nvSpPr>
        <dsp:cNvPr id="0" name=""/>
        <dsp:cNvSpPr/>
      </dsp:nvSpPr>
      <dsp:spPr>
        <a:xfrm>
          <a:off x="0" y="3139295"/>
          <a:ext cx="6666833" cy="8751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noProof="0" dirty="0"/>
            <a:t>Mecanisme:</a:t>
          </a:r>
        </a:p>
      </dsp:txBody>
      <dsp:txXfrm>
        <a:off x="42722" y="3182017"/>
        <a:ext cx="6581389" cy="789716"/>
      </dsp:txXfrm>
    </dsp:sp>
    <dsp:sp modelId="{582D3B6A-838B-4D55-9EB3-41A4E81808F1}">
      <dsp:nvSpPr>
        <dsp:cNvPr id="0" name=""/>
        <dsp:cNvSpPr/>
      </dsp:nvSpPr>
      <dsp:spPr>
        <a:xfrm>
          <a:off x="0" y="4014455"/>
          <a:ext cx="6666833" cy="111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700" kern="1200" noProof="0" dirty="0"/>
            <a:t>Symport: Obiectele trec împreună dintr-o celulă în alta.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700" kern="1200" noProof="0" dirty="0"/>
            <a:t>Antiport: Celulele adiacente interschimbă obiecte.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700" kern="1200" noProof="0" dirty="0"/>
            <a:t>Diviziune celulară: Permite crearea unui spațiu de lucru exponențial pentru a rezolva probleme complexe în timp efficient.</a:t>
          </a:r>
        </a:p>
      </dsp:txBody>
      <dsp:txXfrm>
        <a:off x="0" y="4014455"/>
        <a:ext cx="6666833" cy="11157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6027D-F5AB-4AB7-A802-E94967355D0B}">
      <dsp:nvSpPr>
        <dsp:cNvPr id="0" name=""/>
        <dsp:cNvSpPr/>
      </dsp:nvSpPr>
      <dsp:spPr>
        <a:xfrm>
          <a:off x="0" y="354762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100" kern="1200" noProof="0" dirty="0"/>
            <a:t>Versiunile 1 – 4 au fost dezvoltate folosing biblioteca Java pLinguaCore.</a:t>
          </a:r>
        </a:p>
      </dsp:txBody>
      <dsp:txXfrm>
        <a:off x="60199" y="414961"/>
        <a:ext cx="6546435" cy="1112781"/>
      </dsp:txXfrm>
    </dsp:sp>
    <dsp:sp modelId="{FDCB845A-69A9-492A-9F09-792C1E414DCF}">
      <dsp:nvSpPr>
        <dsp:cNvPr id="0" name=""/>
        <dsp:cNvSpPr/>
      </dsp:nvSpPr>
      <dsp:spPr>
        <a:xfrm>
          <a:off x="0" y="1587942"/>
          <a:ext cx="6666833" cy="1090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400" kern="1200" noProof="0" dirty="0"/>
            <a:t>Pentru a adăuga o nouă variantă de sistem P, modificările trebuiau programate direct în sursa bibliotecii.</a:t>
          </a:r>
        </a:p>
      </dsp:txBody>
      <dsp:txXfrm>
        <a:off x="0" y="1587942"/>
        <a:ext cx="6666833" cy="1090890"/>
      </dsp:txXfrm>
    </dsp:sp>
    <dsp:sp modelId="{9CA90A1E-EADA-493A-8CD4-9BAFF55DF015}">
      <dsp:nvSpPr>
        <dsp:cNvPr id="0" name=""/>
        <dsp:cNvSpPr/>
      </dsp:nvSpPr>
      <dsp:spPr>
        <a:xfrm>
          <a:off x="0" y="2678832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100" kern="1200" noProof="0" dirty="0"/>
            <a:t>P-Lingua 5 a fost rescris complet în C/C++.</a:t>
          </a:r>
        </a:p>
      </dsp:txBody>
      <dsp:txXfrm>
        <a:off x="60199" y="2739031"/>
        <a:ext cx="6546435" cy="1112781"/>
      </dsp:txXfrm>
    </dsp:sp>
    <dsp:sp modelId="{144CB80A-254C-45DE-AC6D-34166F3FC651}">
      <dsp:nvSpPr>
        <dsp:cNvPr id="0" name=""/>
        <dsp:cNvSpPr/>
      </dsp:nvSpPr>
      <dsp:spPr>
        <a:xfrm>
          <a:off x="0" y="3912012"/>
          <a:ext cx="6666833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400" kern="1200" noProof="0" dirty="0"/>
            <a:t>Include un compilator generic și un simulator ce rulează din linia de comandă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400" kern="1200" noProof="0" dirty="0"/>
            <a:t>E mult mai permisiv.</a:t>
          </a:r>
        </a:p>
      </dsp:txBody>
      <dsp:txXfrm>
        <a:off x="0" y="3912012"/>
        <a:ext cx="6666833" cy="11871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AB17C-B11E-4EB4-989F-AD7AF8169932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 noProof="0" dirty="0"/>
            <a:t>P-Lingua 5 permite controlul exact asupra modului în care se aplică regulile prin modurile de derivare:</a:t>
          </a:r>
        </a:p>
      </dsp:txBody>
      <dsp:txXfrm>
        <a:off x="0" y="3291729"/>
        <a:ext cx="6666833" cy="1166254"/>
      </dsp:txXfrm>
    </dsp:sp>
    <dsp:sp modelId="{21F3D1DE-1748-4E5A-A351-4FED4594D4D4}">
      <dsp:nvSpPr>
        <dsp:cNvPr id="0" name=""/>
        <dsp:cNvSpPr/>
      </dsp:nvSpPr>
      <dsp:spPr>
        <a:xfrm>
          <a:off x="0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kern="1200" noProof="0" dirty="0"/>
            <a:t>Maximally parallel (max): Se aplică simultan un multiset maximal de reguli, care nu mai poate fi extins.</a:t>
          </a:r>
        </a:p>
      </dsp:txBody>
      <dsp:txXfrm>
        <a:off x="0" y="4414789"/>
        <a:ext cx="3333416" cy="993476"/>
      </dsp:txXfrm>
    </dsp:sp>
    <dsp:sp modelId="{11F5F543-84E5-48B9-AED3-75B5A39F8E17}">
      <dsp:nvSpPr>
        <dsp:cNvPr id="0" name=""/>
        <dsp:cNvSpPr/>
      </dsp:nvSpPr>
      <dsp:spPr>
        <a:xfrm>
          <a:off x="3333416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kern="1200" noProof="0" dirty="0"/>
            <a:t>Bounded-by-rule: Se impune o limită superioară pentru de câte ori poate fi selectat un anumit tip de regulă în același pas.</a:t>
          </a:r>
        </a:p>
      </dsp:txBody>
      <dsp:txXfrm>
        <a:off x="3333416" y="4414789"/>
        <a:ext cx="3333416" cy="993476"/>
      </dsp:txXfrm>
    </dsp:sp>
    <dsp:sp modelId="{B801E525-637D-4569-94CF-CF59CA79ABD5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 noProof="0" dirty="0"/>
            <a:t>Variantele de sisteme P-Lingua nu mai sunt hard-codate, ci sunt definite de utilizator prin șabloane de reguli (blocuri de tipul “! rule-type-id”)</a:t>
          </a:r>
        </a:p>
      </dsp:txBody>
      <dsp:txXfrm rot="10800000">
        <a:off x="0" y="2459"/>
        <a:ext cx="6666833" cy="21583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CE4B2-48F6-4FFD-998D-D20C0852A7D2}">
      <dsp:nvSpPr>
        <dsp:cNvPr id="0" name=""/>
        <dsp:cNvSpPr/>
      </dsp:nvSpPr>
      <dsp:spPr>
        <a:xfrm>
          <a:off x="0" y="230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0" dirty="0"/>
            <a:t>I. Inițializare</a:t>
          </a:r>
        </a:p>
      </dsp:txBody>
      <dsp:txXfrm>
        <a:off x="28786" y="29016"/>
        <a:ext cx="6609261" cy="532107"/>
      </dsp:txXfrm>
    </dsp:sp>
    <dsp:sp modelId="{7A01EE33-D29E-48D5-A19F-E419F4B26B58}">
      <dsp:nvSpPr>
        <dsp:cNvPr id="0" name=""/>
        <dsp:cNvSpPr/>
      </dsp:nvSpPr>
      <dsp:spPr>
        <a:xfrm>
          <a:off x="0" y="589910"/>
          <a:ext cx="6666833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 noProof="0" dirty="0"/>
            <a:t>Configurația 0: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 noProof="0" dirty="0"/>
            <a:t>Celula 0 reprezintă mediul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 noProof="0" dirty="0"/>
            <a:t>Celula 1: p</a:t>
          </a:r>
          <a:r>
            <a:rPr lang="ro-RO" sz="1900" kern="1200" baseline="-25000" noProof="0" dirty="0"/>
            <a:t>1</a:t>
          </a:r>
          <a:r>
            <a:rPr lang="ro-RO" sz="1900" kern="1200" noProof="0" dirty="0"/>
            <a:t>, p</a:t>
          </a:r>
          <a:r>
            <a:rPr lang="ro-RO" sz="1900" kern="1200" baseline="-25000" noProof="0" dirty="0"/>
            <a:t>2</a:t>
          </a:r>
          <a:r>
            <a:rPr lang="ro-RO" sz="1900" kern="1200" noProof="0" dirty="0"/>
            <a:t>, p</a:t>
          </a:r>
          <a:r>
            <a:rPr lang="ro-RO" sz="1900" kern="1200" baseline="-25000" noProof="0" dirty="0"/>
            <a:t>3</a:t>
          </a:r>
          <a:endParaRPr lang="ro-RO" sz="1900" kern="1200" noProof="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 noProof="0" dirty="0"/>
            <a:t>Celula 2: Ø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 noProof="0" dirty="0"/>
            <a:t>R</a:t>
          </a:r>
          <a:r>
            <a:rPr lang="ro-RO" sz="1900" kern="1200" baseline="-25000" noProof="0" dirty="0"/>
            <a:t>sel</a:t>
          </a:r>
          <a:r>
            <a:rPr lang="ro-RO" sz="1900" kern="1200" noProof="0" dirty="0"/>
            <a:t>= Ø</a:t>
          </a:r>
        </a:p>
      </dsp:txBody>
      <dsp:txXfrm>
        <a:off x="0" y="589910"/>
        <a:ext cx="6666833" cy="1639440"/>
      </dsp:txXfrm>
    </dsp:sp>
    <dsp:sp modelId="{C02BE1DF-60F4-4473-9ABF-D815055844B2}">
      <dsp:nvSpPr>
        <dsp:cNvPr id="0" name=""/>
        <dsp:cNvSpPr/>
      </dsp:nvSpPr>
      <dsp:spPr>
        <a:xfrm>
          <a:off x="0" y="2229350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0" dirty="0"/>
            <a:t>II. Selectare pentru regulile de comunicare</a:t>
          </a:r>
        </a:p>
      </dsp:txBody>
      <dsp:txXfrm>
        <a:off x="28786" y="2258136"/>
        <a:ext cx="6609261" cy="532107"/>
      </dsp:txXfrm>
    </dsp:sp>
    <dsp:sp modelId="{D4CD54DB-DAB5-4EE9-B314-2ACA7BD32332}">
      <dsp:nvSpPr>
        <dsp:cNvPr id="0" name=""/>
        <dsp:cNvSpPr/>
      </dsp:nvSpPr>
      <dsp:spPr>
        <a:xfrm>
          <a:off x="0" y="2888150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0" dirty="0"/>
            <a:t>III. Selectare pentru regulile de divizare</a:t>
          </a:r>
        </a:p>
      </dsp:txBody>
      <dsp:txXfrm>
        <a:off x="28786" y="2916936"/>
        <a:ext cx="6609261" cy="532107"/>
      </dsp:txXfrm>
    </dsp:sp>
    <dsp:sp modelId="{7045E4B8-E145-477B-AE6C-C669C577CB4F}">
      <dsp:nvSpPr>
        <dsp:cNvPr id="0" name=""/>
        <dsp:cNvSpPr/>
      </dsp:nvSpPr>
      <dsp:spPr>
        <a:xfrm>
          <a:off x="0" y="3546950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0" dirty="0"/>
            <a:t>IV. Executarea regulilor</a:t>
          </a:r>
        </a:p>
      </dsp:txBody>
      <dsp:txXfrm>
        <a:off x="28786" y="3575736"/>
        <a:ext cx="6609261" cy="532107"/>
      </dsp:txXfrm>
    </dsp:sp>
    <dsp:sp modelId="{F78B93F9-79A2-45E8-9471-0FD709C3764E}">
      <dsp:nvSpPr>
        <dsp:cNvPr id="0" name=""/>
        <dsp:cNvSpPr/>
      </dsp:nvSpPr>
      <dsp:spPr>
        <a:xfrm>
          <a:off x="0" y="4205750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0" dirty="0"/>
            <a:t>V. Verificare terminare execuție</a:t>
          </a:r>
        </a:p>
      </dsp:txBody>
      <dsp:txXfrm>
        <a:off x="28786" y="4234536"/>
        <a:ext cx="6609261" cy="532107"/>
      </dsp:txXfrm>
    </dsp:sp>
    <dsp:sp modelId="{0042CCCF-F74A-4FB9-A567-E4D56E6077E4}">
      <dsp:nvSpPr>
        <dsp:cNvPr id="0" name=""/>
        <dsp:cNvSpPr/>
      </dsp:nvSpPr>
      <dsp:spPr>
        <a:xfrm>
          <a:off x="0" y="4795430"/>
          <a:ext cx="6666833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 noProof="0" dirty="0"/>
            <a:t>if R</a:t>
          </a:r>
          <a:r>
            <a:rPr lang="ro-RO" sz="1900" kern="1200" baseline="-25000" noProof="0" dirty="0"/>
            <a:t>sel</a:t>
          </a:r>
          <a:r>
            <a:rPr lang="ro-RO" sz="1900" kern="1200" noProof="0" dirty="0"/>
            <a:t>== Ø then END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 noProof="0" dirty="0"/>
            <a:t>else { C</a:t>
          </a:r>
          <a:r>
            <a:rPr lang="ro-RO" sz="1900" kern="1200" baseline="-25000" noProof="0" dirty="0"/>
            <a:t>t+1</a:t>
          </a:r>
          <a:r>
            <a:rPr lang="ro-RO" sz="1900" kern="1200" noProof="0" dirty="0"/>
            <a:t> = C</a:t>
          </a:r>
          <a:r>
            <a:rPr lang="ro-RO" sz="1900" kern="1200" baseline="-25000" noProof="0" dirty="0"/>
            <a:t>t</a:t>
          </a:r>
          <a:r>
            <a:rPr lang="ro-RO" sz="1900" kern="1200" noProof="0" dirty="0"/>
            <a:t> ; goto I. }</a:t>
          </a:r>
        </a:p>
      </dsp:txBody>
      <dsp:txXfrm>
        <a:off x="0" y="4795430"/>
        <a:ext cx="6666833" cy="658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04:40.012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1 2803,'5992'-2794,"-5975"2786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04:55.999"/>
    </inkml:context>
    <inkml:brush xml:id="br0">
      <inkml:brushProperty name="width" value="0.2" units="cm"/>
      <inkml:brushProperty name="height" value="0.2" units="cm"/>
      <inkml:brushProperty name="color" value="#47D45A"/>
      <inkml:brushProperty name="ignorePressure" value="1"/>
    </inkml:brush>
  </inkml:definitions>
  <inkml:trace contextRef="#ctx0" brushRef="#br0">1 0,'5992'2795,"-5975"-2787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05:16.803"/>
    </inkml:context>
    <inkml:brush xml:id="br0">
      <inkml:brushProperty name="width" value="0.2" units="cm"/>
      <inkml:brushProperty name="height" value="0.2" units="cm"/>
      <inkml:brushProperty name="color" value="#47D45A"/>
      <inkml:brushProperty name="ignorePressure" value="1"/>
    </inkml:brush>
  </inkml:definitions>
  <inkml:trace contextRef="#ctx0" brushRef="#br0">0 0,'2649'2303,"-2707"-2354,47 42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05:28.376"/>
    </inkml:context>
    <inkml:brush xml:id="br0">
      <inkml:brushProperty name="width" value="0.2" units="cm"/>
      <inkml:brushProperty name="height" value="0.2" units="cm"/>
      <inkml:brushProperty name="color" value="#47D45A"/>
      <inkml:brushProperty name="ignorePressure" value="1"/>
    </inkml:brush>
  </inkml:definitions>
  <inkml:trace contextRef="#ctx0" brushRef="#br0">0 0,'3806'1857,"-4543"-2217,726 355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05:47.685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4658 1,'-4639'3012,"4621"-2999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05:56.701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2172 0,'-2157'2760,"2143"-2741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05:58.288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283 0,'-268'343,"254"-325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16:31.689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1810 1,'-1802'1170,"1795"-1165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17:58.267"/>
    </inkml:context>
    <inkml:brush xml:id="br0">
      <inkml:brushProperty name="width" value="0.2" units="cm"/>
      <inkml:brushProperty name="height" value="0.2" units="cm"/>
      <inkml:brushProperty name="color" value="#47D45A"/>
      <inkml:brushProperty name="ignorePressure" value="1"/>
    </inkml:brush>
  </inkml:definitions>
  <inkml:trace contextRef="#ctx0" brushRef="#br0">0 0,'1585'1378,"-1620"-1409,29 26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20:39.972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1810 1,'-1802'1170,"1795"-1165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20:39.973"/>
    </inkml:context>
    <inkml:brush xml:id="br0">
      <inkml:brushProperty name="width" value="0.2" units="cm"/>
      <inkml:brushProperty name="height" value="0.2" units="cm"/>
      <inkml:brushProperty name="color" value="#47D45A"/>
      <inkml:brushProperty name="ignorePressure" value="1"/>
    </inkml:brush>
  </inkml:definitions>
  <inkml:trace contextRef="#ctx0" brushRef="#br0">0 0,'1585'1378,"-1620"-1409,29 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20:48.849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1810 1,'-1802'1170,"1795"-1165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20:48.850"/>
    </inkml:context>
    <inkml:brush xml:id="br0">
      <inkml:brushProperty name="width" value="0.2" units="cm"/>
      <inkml:brushProperty name="height" value="0.2" units="cm"/>
      <inkml:brushProperty name="color" value="#47D45A"/>
      <inkml:brushProperty name="ignorePressure" value="1"/>
    </inkml:brush>
  </inkml:definitions>
  <inkml:trace contextRef="#ctx0" brushRef="#br0">0 0,'1585'1378,"-1620"-1409,29 26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20:52.727"/>
    </inkml:context>
    <inkml:brush xml:id="br0">
      <inkml:brushProperty name="width" value="0.2" units="cm"/>
      <inkml:brushProperty name="height" value="0.2" units="cm"/>
      <inkml:brushProperty name="color" value="#FF0000"/>
      <inkml:brushProperty name="ignorePressure" value="1"/>
    </inkml:brush>
  </inkml:definitions>
  <inkml:trace contextRef="#ctx0" brushRef="#br0">1810 1,'-1802'1170,"1795"-1165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18:20:52.728"/>
    </inkml:context>
    <inkml:brush xml:id="br0">
      <inkml:brushProperty name="width" value="0.2" units="cm"/>
      <inkml:brushProperty name="height" value="0.2" units="cm"/>
      <inkml:brushProperty name="color" value="#47D45A"/>
      <inkml:brushProperty name="ignorePressure" value="1"/>
    </inkml:brush>
  </inkml:definitions>
  <inkml:trace contextRef="#ctx0" brushRef="#br0">0 0,'1585'1378,"-1620"-1409,29 26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6:33.460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0,'4566'3970,"-4667"-4060,84 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6:36.756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0,'2001'1740,"-2045"-1779,36 32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6:40.321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0,'2001'1740,"-2045"-1779,36 32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6:44.024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0,'2001'1740,"-2045"-1779,36 32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6:48.335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0,'2720'2365,"-2780"-2419,49 46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6:55.192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0,'4471'3887,"-4570"-3975,82 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7:06.879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0,'6634'5768,"-6781"-5898,122 109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2:58:01.050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0,'2689'2338,"-2748"-2390,49 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6:55.775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0,'2078'1807,"-2123"-1848,37 35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7:13.520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0,'2066'1796,"-2112"-1837,38 35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7:16.189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0,'2029'1764,"-2074"-1804,37 34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7:18.870"/>
    </inkml:context>
    <inkml:brush xml:id="br0">
      <inkml:brushProperty name="width" value="0.2" units="cm"/>
      <inkml:brushProperty name="height" value="0.2" units="cm"/>
      <inkml:brushProperty name="color" value="#E97132"/>
      <inkml:brushProperty name="ignorePressure" value="1"/>
    </inkml:brush>
  </inkml:definitions>
  <inkml:trace contextRef="#ctx0" brushRef="#br0">0 0,'2021'1758,"-2065"-1798,36 34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7:26.643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0,'2010'1748,"-2054"-1788,36 34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7:29.595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0,'1987'1728,"-2030"-1767,35 33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7:32.688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0,'2046'1780,"-2090"-1821,36 35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4T23:47:39.837"/>
    </inkml:context>
    <inkml:brush xml:id="br0">
      <inkml:brushProperty name="width" value="0.2" units="cm"/>
      <inkml:brushProperty name="height" value="0.2" units="cm"/>
      <inkml:brushProperty name="color" value="#46B1E1"/>
      <inkml:brushProperty name="ignorePressure" value="1"/>
    </inkml:brush>
  </inkml:definitions>
  <inkml:trace contextRef="#ctx0" brushRef="#br0">0 0,'2066'1797,"-2111"-1838,37 35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5CD2A6B-F941-6581-4F10-056A0D9F8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95AAA5AD-496D-FDD9-0B8D-19C34494A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D945E6A-AEE2-842D-ECD6-3B2F8423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9E81924-3FC3-A210-6B74-AA1559E51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7DE6BF6-68C9-9603-747D-F1E75ABD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54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D987963-C5D6-B90D-45FF-9C9A7AA5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3E989B2-160D-41B1-7184-2EE31C7D9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064CDD6-BD7C-9BF1-081D-F3890E790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1C6EC09-2DD2-9295-DA1E-D0830BC4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3A8FDB9-6750-7380-EB9A-11AD72F7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8FC1B97-172F-B25E-BC3A-F8576F60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1684134-6B16-5A4A-B540-48ED804D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FA7F3A3-D05B-334E-715C-186DDB7D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847D464-07DD-6C9F-B2E6-F85464E1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8630630-33F0-EEA6-037B-E48A02D3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7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E420243-259B-1232-AB11-93D0EFFC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3215BDD-C7E4-8A05-D23D-56FF1294B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B5B9531-40FC-8E04-1E3D-A6E1687D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2F32DE9-0AB9-5A37-753F-EF4A5487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EAD6C79-6C78-BF71-A7E7-A360A1FC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CF17094-B578-1BB3-6B9B-1F0A81B4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7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28F0EFD-AB38-82D1-231D-09FDE00D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CA24F2F-DDED-A107-2AF6-42C6053F7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81EDE06F-AF32-1D24-6808-AA3F35A29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3965FF5E-58B6-8260-C491-833055648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CF8AAF93-F40E-6F77-925F-15408994A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6311F523-6F6E-B072-DA22-91EF0AFD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B9845195-59DC-97FD-4A00-C3A755FE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64722DB2-1E69-0228-27FE-0AEA50A2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2244824-AA7F-0B12-ABA3-C0857E58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A3DE5B7A-2B06-1247-80A1-FF96D982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82681601-18AA-2E5A-3499-740BCF40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BD0CC999-42B4-3CED-B5D0-DA2AC02F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83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5CDA2267-AA12-3841-07D6-3B88D946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FBCE736C-EE7F-AB7B-1CE6-6146F211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33D77584-8E15-4503-2E0B-86587A72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62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425C603-9DFA-6E66-F765-96BFA81E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E32F706-9B14-C4F5-74C3-AF2A63B30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92FB5C82-0BC8-0F20-1D57-F653E2974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653F251C-8152-4CA0-A46A-3B5694EA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35C642F-B933-EAEC-6455-CDE362FA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4819F0C-CD26-145D-BF3F-FD6E850F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595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FB30EE0-4906-2E86-93B8-189FD5C4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F6F2622D-0852-C652-4F88-D5B595D80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4641757-20E8-6081-2B1D-11093EBA1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554F368-F8F5-20BD-E5E0-C668F425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EE6F1DD2-EC83-E6DF-5790-BADB7A96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546A081-1878-39B9-1BD4-6253754C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16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E864CEC-AC65-F9A4-1F82-0156374D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2C9FEB58-AEC4-5FB5-A9C0-4F30340BE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16B6D92-49C8-6F01-872C-2757EFB58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6E8A932-F980-FB87-DDF1-8E70D515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4A6198B-AECB-F592-23C4-B0BE7AF0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74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93E0C898-4494-942B-BE96-CA84AB753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1FB38470-21FF-90ED-8EAD-68DE8C8D0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A798E18-037C-6D01-6AE9-ACC365EA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47ECB73-7523-AA81-47B1-D22C2E4F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DC6A111-E4C6-3AE4-7E3A-84C78E35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24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2D0E02A3-1B89-CC8D-DBFA-08020C85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0BDCD36-F93C-D518-F03C-9DE462443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B8F95C8-8591-83F9-86BF-7BF7720CC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EA614-165E-4163-9A07-4ED4A6F7A986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87ACFBC-F717-7C4C-06E8-20673C7AE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89F07BA-84F1-DC14-B386-4F01CA9E0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DFEA8-DE21-41A1-99D0-205DD94BA1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79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1.png"/><Relationship Id="rId7" Type="http://schemas.openxmlformats.org/officeDocument/2006/relationships/image" Target="../media/image70.png"/><Relationship Id="rId12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90.png"/><Relationship Id="rId5" Type="http://schemas.openxmlformats.org/officeDocument/2006/relationships/image" Target="../media/image60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7.png"/><Relationship Id="rId3" Type="http://schemas.openxmlformats.org/officeDocument/2006/relationships/image" Target="../media/image100.png"/><Relationship Id="rId7" Type="http://schemas.openxmlformats.org/officeDocument/2006/relationships/customXml" Target="../ink/ink11.xml"/><Relationship Id="rId12" Type="http://schemas.openxmlformats.org/officeDocument/2006/relationships/image" Target="../media/image6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11" Type="http://schemas.openxmlformats.org/officeDocument/2006/relationships/customXml" Target="../ink/ink15.xml"/><Relationship Id="rId5" Type="http://schemas.openxmlformats.org/officeDocument/2006/relationships/image" Target="../media/image110.png"/><Relationship Id="rId10" Type="http://schemas.openxmlformats.org/officeDocument/2006/relationships/customXml" Target="../ink/ink14.xml"/><Relationship Id="rId4" Type="http://schemas.openxmlformats.org/officeDocument/2006/relationships/customXml" Target="../ink/ink9.xml"/><Relationship Id="rId9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7.png"/><Relationship Id="rId7" Type="http://schemas.openxmlformats.org/officeDocument/2006/relationships/customXml" Target="../ink/ink18.xml"/><Relationship Id="rId12" Type="http://schemas.openxmlformats.org/officeDocument/2006/relationships/customXml" Target="../ink/ink2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.xml"/><Relationship Id="rId11" Type="http://schemas.openxmlformats.org/officeDocument/2006/relationships/customXml" Target="../ink/ink22.xml"/><Relationship Id="rId5" Type="http://schemas.openxmlformats.org/officeDocument/2006/relationships/image" Target="../media/image110.png"/><Relationship Id="rId10" Type="http://schemas.openxmlformats.org/officeDocument/2006/relationships/customXml" Target="../ink/ink21.xml"/><Relationship Id="rId4" Type="http://schemas.openxmlformats.org/officeDocument/2006/relationships/customXml" Target="../ink/ink16.xml"/><Relationship Id="rId9" Type="http://schemas.openxmlformats.org/officeDocument/2006/relationships/customXml" Target="../ink/ink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28.xml"/><Relationship Id="rId1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customXml" Target="../ink/ink25.xml"/><Relationship Id="rId12" Type="http://schemas.openxmlformats.org/officeDocument/2006/relationships/image" Target="../media/image16.png"/><Relationship Id="rId17" Type="http://schemas.openxmlformats.org/officeDocument/2006/relationships/customXml" Target="../ink/ink30.xml"/><Relationship Id="rId2" Type="http://schemas.openxmlformats.org/officeDocument/2006/relationships/image" Target="../media/image6.png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customXml" Target="../ink/ink27.xml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10" Type="http://schemas.openxmlformats.org/officeDocument/2006/relationships/image" Target="../media/image15.png"/><Relationship Id="rId19" Type="http://schemas.openxmlformats.org/officeDocument/2006/relationships/customXml" Target="../ink/ink31.xml"/><Relationship Id="rId4" Type="http://schemas.openxmlformats.org/officeDocument/2006/relationships/image" Target="../media/image8.png"/><Relationship Id="rId9" Type="http://schemas.openxmlformats.org/officeDocument/2006/relationships/customXml" Target="../ink/ink26.xml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pic>
        <p:nvPicPr>
          <p:cNvPr id="5" name="Picture 4" descr="Microscopic view of cells">
            <a:extLst>
              <a:ext uri="{FF2B5EF4-FFF2-40B4-BE49-F238E27FC236}">
                <a16:creationId xmlns:a16="http://schemas.microsoft.com/office/drawing/2014/main" id="{D5CCFA12-9B29-7004-A519-1B75A03CFC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1570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3074CB-2F52-C4D7-EB32-529378C6D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ro-RO" sz="6600" noProof="0" dirty="0">
                <a:solidFill>
                  <a:schemeClr val="bg1"/>
                </a:solidFill>
              </a:rPr>
              <a:t>Limbajul P-Lingua pentru Tissue P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9BCD8-FA51-DD39-3D22-4A497B3B8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ro-RO" noProof="0" dirty="0">
                <a:solidFill>
                  <a:schemeClr val="bg1"/>
                </a:solidFill>
              </a:rPr>
              <a:t>Sarighioleanu Sebastian-Laurentiu</a:t>
            </a:r>
          </a:p>
          <a:p>
            <a:r>
              <a:rPr lang="ro-RO" noProof="0" dirty="0">
                <a:solidFill>
                  <a:schemeClr val="bg1"/>
                </a:solidFill>
              </a:rPr>
              <a:t>Ungureanu Matei-Stefan</a:t>
            </a:r>
          </a:p>
          <a:p>
            <a:r>
              <a:rPr lang="ro-RO" noProof="0" dirty="0">
                <a:solidFill>
                  <a:schemeClr val="bg1"/>
                </a:solidFill>
              </a:rPr>
              <a:t>Grupa 332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58361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4FE49-C809-9DB1-7553-55F31D49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Introducere – Tissue P Systems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9E4698-6ADE-AE87-3A15-F7C282A4A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9949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277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7A2E-597D-B8A6-BBCB-EF2BCAA2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Definiție – Tissue P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EFA8D-82CA-2D69-C258-E273EEEBE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ro-RO" sz="2000" noProof="0" dirty="0"/>
                  <a:t>Un sistem P de tip țesut de ordinul </a:t>
                </a:r>
                <a14:m>
                  <m:oMath xmlns:m="http://schemas.openxmlformats.org/officeDocument/2006/math"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ro-RO" sz="2000" noProof="0" dirty="0"/>
                  <a:t> cu reguli de Symport/Antiport și diviziune celulară este un tuplu </a:t>
                </a:r>
                <a:endParaRPr lang="ro-RO" sz="200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o-RO" sz="200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𝑖𝑛𝑡𝑟𝑎𝑟𝑒</m:t>
                          </m:r>
                        </m:sub>
                      </m:sSub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ro-RO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𝑖𝑒</m:t>
                          </m:r>
                          <m:r>
                            <a:rPr lang="ro-RO" sz="20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ș</m:t>
                          </m:r>
                          <m:r>
                            <a:rPr lang="ro-RO" sz="20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𝑖𝑟𝑒</m:t>
                          </m:r>
                        </m:sub>
                      </m:sSub>
                      <m:r>
                        <a:rPr lang="ro-RO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o-RO" sz="20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EFA8D-82CA-2D69-C258-E273EEEBE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  <a:blipFill>
                <a:blip r:embed="rId2"/>
                <a:stretch>
                  <a:fillRect l="-837"/>
                </a:stretch>
              </a:blipFill>
            </p:spPr>
            <p:txBody>
              <a:bodyPr/>
              <a:lstStyle/>
              <a:p>
                <a:r>
                  <a:rPr lang="en-150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16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CCA6E-97A8-7B12-5EF7-3AB124D9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Definiție – Tissue P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6E5E14-F757-0102-1737-6D60D126B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ro-RO" sz="1900" noProof="0" dirty="0"/>
                  <a:t>unde: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ro-RO" sz="1900" noProof="0" dirty="0"/>
                  <a:t> este un alfabet finit (numit alfabet de lucru) ale cărui elemente se numesc obiecte;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ro-RO" sz="1900" noProof="0" dirty="0"/>
                  <a:t> este un alfabet finit (numit alfabet de intrare) inclus strict în Γ;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ro-RO" sz="19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ro-RO" sz="1900" noProof="0" dirty="0"/>
                  <a:t> este un alfabet finit ce descrie un set de obiecte aflate în mediul de lucru, având fiecare număr aleator de copii;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ro-RO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ro-RO" sz="1900" noProof="0" dirty="0"/>
                  <a:t> sunt multiseturile inițiale din cele </a:t>
                </a:r>
                <a14:m>
                  <m:oMath xmlns:m="http://schemas.openxmlformats.org/officeDocument/2006/math">
                    <m:r>
                      <a:rPr lang="ro-RO" sz="1900" i="1" noProof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o-RO" sz="1900" noProof="0" dirty="0"/>
                  <a:t> celule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o-RO" sz="1900" noProof="0" dirty="0"/>
                  <a:t> este un set de reguli finit:</a:t>
                </a:r>
              </a:p>
              <a:p>
                <a:pPr lvl="2"/>
                <a:r>
                  <a:rPr lang="ro-RO" sz="1900" noProof="0" dirty="0"/>
                  <a:t>Reguli de comunicare: </a:t>
                </a:r>
                <a14:m>
                  <m:oMath xmlns:m="http://schemas.openxmlformats.org/officeDocument/2006/math">
                    <m:r>
                      <a:rPr lang="ro-RO" sz="19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nor/>
                      </m:rPr>
                      <a:rPr lang="ro-RO" sz="1900" noProof="0">
                        <a:latin typeface="Cambria Math" panose="02040503050406030204" pitchFamily="18" charset="0"/>
                      </a:rPr>
                      <m:t>/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o-RO" sz="1900" noProof="0" dirty="0"/>
                  <a:t> pentru </a:t>
                </a:r>
                <a14:m>
                  <m:oMath xmlns:m="http://schemas.openxmlformats.org/officeDocument/2006/math">
                    <m:r>
                      <a:rPr lang="ro-RO" sz="1900" i="1" noProof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1900" i="1" noProof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19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o-RO" sz="1900" noProof="0" dirty="0"/>
                  <a:t> și </a:t>
                </a:r>
                <a14:m>
                  <m:oMath xmlns:m="http://schemas.openxmlformats.org/officeDocument/2006/math"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1,…, 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o-RO" sz="1900" noProof="0" dirty="0"/>
                  <a:t> reprezintă celulele sistemului, iar </a:t>
                </a:r>
                <a14:m>
                  <m:oMath xmlns:m="http://schemas.openxmlformats.org/officeDocument/2006/math"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o-RO" sz="1900" noProof="0" dirty="0"/>
                  <a:t> este asignat mediului de lucru.</a:t>
                </a:r>
              </a:p>
              <a:p>
                <a:pPr lvl="2"/>
                <a:r>
                  <a:rPr lang="ro-RO" sz="1900" noProof="0" dirty="0"/>
                  <a:t>Reguli de divizare: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ro-RO" sz="19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900" i="1" noProof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b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ro-RO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ro-RO" sz="19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90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b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ro-RO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ro-RO" sz="19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90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b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900" noProof="0" dirty="0"/>
                  <a:t>, unde </a:t>
                </a:r>
                <a14:m>
                  <m:oMath xmlns:m="http://schemas.openxmlformats.org/officeDocument/2006/math"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∈{1,…,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o-RO" sz="1900" noProof="0" dirty="0"/>
                  <a:t> și </a:t>
                </a:r>
                <a14:m>
                  <m:oMath xmlns:m="http://schemas.openxmlformats.org/officeDocument/2006/math"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ro-RO" sz="190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ro-RO" sz="1900" noProof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ro-RO" sz="1900" noProof="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𝑖𝑛𝑡𝑟𝑎𝑟𝑒</m:t>
                        </m:r>
                      </m:sub>
                    </m:sSub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1,…, </m:t>
                        </m:r>
                        <m: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ro-RO" sz="1900" noProof="0" dirty="0"/>
                  <a:t> este celula de intrare, iar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9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ro-RO" sz="1900" i="1" noProof="0" smtClean="0">
                            <a:latin typeface="Cambria Math" panose="02040503050406030204" pitchFamily="18" charset="0"/>
                          </a:rPr>
                          <m:t>𝑖𝑒</m:t>
                        </m:r>
                        <m:r>
                          <a:rPr lang="ro-RO" sz="1900" i="1" noProof="0">
                            <a:latin typeface="Cambria Math" panose="02040503050406030204" pitchFamily="18" charset="0"/>
                          </a:rPr>
                          <m:t>ș</m:t>
                        </m:r>
                        <m:r>
                          <a:rPr lang="ro-RO" sz="1900" i="1" noProof="0">
                            <a:latin typeface="Cambria Math" panose="02040503050406030204" pitchFamily="18" charset="0"/>
                          </a:rPr>
                          <m:t>𝑖𝑟𝑒</m:t>
                        </m:r>
                      </m:sub>
                    </m:sSub>
                    <m:r>
                      <a:rPr lang="ro-RO" sz="19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ro-RO" sz="19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ro-RO" sz="1900" noProof="0" dirty="0"/>
                  <a:t> este celula de ieșire.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6E5E14-F757-0102-1737-6D60D126B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  <a:blipFill>
                <a:blip r:embed="rId2"/>
                <a:stretch>
                  <a:fillRect l="-651" r="-372"/>
                </a:stretch>
              </a:blipFill>
            </p:spPr>
            <p:txBody>
              <a:bodyPr/>
              <a:lstStyle/>
              <a:p>
                <a:r>
                  <a:rPr lang="en-150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03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41977-4AA1-9953-5900-877349EB7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Evoluția P-Lingua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581AE9-E32D-7CDA-87E6-5C50F8082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44523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373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24253-1FD6-089C-4A69-F9CEDEC8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3700" noProof="0" dirty="0">
                <a:solidFill>
                  <a:srgbClr val="FFFFFF"/>
                </a:solidFill>
              </a:rPr>
              <a:t>Personalizarea modelelor în P-Lingua 5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B42FD2-1A5E-188C-2E28-540E389C6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98601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093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5C9D5-A470-4154-1A64-BD1258C7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40CA7-4A45-D668-F7C9-898ACC13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Sintaxa flexibilă a regulilor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4E99A0-C3DD-7B70-A095-004A7237EA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</p:spPr>
            <p:txBody>
              <a:bodyPr anchor="ctr">
                <a:normAutofit fontScale="85000" lnSpcReduction="10000"/>
              </a:bodyPr>
              <a:lstStyle/>
              <a:p>
                <a:r>
                  <a:rPr lang="ro-RO" sz="2000" noProof="0" dirty="0"/>
                  <a:t>Parserul P-Lingua 5 recunoaște reguli cu o sintaxă foarte flexibilă:</a:t>
                </a:r>
              </a:p>
              <a:p>
                <a:pPr marL="0" indent="0">
                  <a:buNone/>
                </a:pPr>
                <a:endParaRPr lang="ro-RO" sz="200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 noProof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ro-RO" sz="2000" noProof="0" dirty="0"/>
              </a:p>
              <a:p>
                <a:pPr marL="0" indent="0">
                  <a:buNone/>
                </a:pPr>
                <a:endParaRPr lang="ro-RO" sz="200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sSubSup>
                        <m:sSubSup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ro-RO" sz="2000" i="1" noProof="0" smtClean="0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ro-RO" sz="2000" noProof="0" dirty="0"/>
              </a:p>
              <a:p>
                <a:pPr marL="0" indent="0">
                  <a:buNone/>
                </a:pPr>
                <a:endParaRPr lang="ro-RO" sz="200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groupChr>
                      <m:r>
                        <a:rPr lang="ro-RO" sz="2000" i="1" noProof="0" smtClean="0">
                          <a:latin typeface="Cambria Math" panose="02040503050406030204" pitchFamily="18" charset="0"/>
                        </a:rPr>
                        <m:t>𝑜𝑟</m:t>
                      </m:r>
                      <m:groupChr>
                        <m:groupChrPr>
                          <m:chr m:val="↔"/>
                          <m:vertJc m:val="bot"/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groupChr>
                    </m:oMath>
                  </m:oMathPara>
                </a14:m>
                <a:endParaRPr lang="ro-RO" sz="2000" noProof="0" dirty="0"/>
              </a:p>
              <a:p>
                <a:pPr marL="0" indent="0">
                  <a:buNone/>
                </a:pPr>
                <a:endParaRPr lang="ro-RO" sz="20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1,1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ro-RO" sz="2000" i="1" noProof="0" smtClean="0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ro-RO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Sup>
                                <m:sSubSupPr>
                                  <m:ctrlPr>
                                    <a:rPr lang="ro-RO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o-RO" sz="200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ro-RO" sz="2000" i="1" noProof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ro-RO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ro-RO" sz="20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ro-RO" sz="20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4E99A0-C3DD-7B70-A095-004A7237EA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  <a:blipFill>
                <a:blip r:embed="rId2"/>
                <a:stretch>
                  <a:fillRect l="-465"/>
                </a:stretch>
              </a:blipFill>
            </p:spPr>
            <p:txBody>
              <a:bodyPr/>
              <a:lstStyle/>
              <a:p>
                <a:r>
                  <a:rPr lang="en-150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9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4CE1D-6C81-A920-2839-791DAAE2C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Sintaxa flexibilă a regulilor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F5DD0-BB14-F77A-729D-FA62E0C54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ro-RO" sz="2000" noProof="0" dirty="0"/>
                  <a:t>unde: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o-RO" sz="2000" noProof="0" dirty="0"/>
                  <a:t> este prioritatea regulii dată de un număr natural, unde un număr mai mic reprezintă o prioritate mai mică.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o-RO" sz="2000" b="0" i="1" noProof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o-RO" sz="2000" noProof="0" dirty="0"/>
                  <a:t> este probabilitatea regulii dată de un număr real din </a:t>
                </a:r>
                <a14:m>
                  <m:oMath xmlns:m="http://schemas.openxmlformats.org/officeDocument/2006/math"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ro-RO" sz="2000" noProof="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o-RO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noProof="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b="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o-RO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noProof="0" dirty="0"/>
                  <a:t> sunt sarcini electrice.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noProof="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noProof="0" dirty="0"/>
                  <a:t> sunt etichete de membrane.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noProof="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 noProof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o-RO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o-RO" sz="20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noProof="0" dirty="0"/>
                  <a:t> sunt multiseturi de obiecte.</a:t>
                </a:r>
              </a:p>
              <a:p>
                <a:pPr lvl="1"/>
                <a:endParaRPr lang="ro-RO" sz="2000" noProof="0" dirty="0"/>
              </a:p>
              <a:p>
                <a:pPr lvl="1"/>
                <a:endParaRPr lang="ro-RO" sz="20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F5DD0-BB14-F77A-729D-FA62E0C54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0259" y="649480"/>
                <a:ext cx="6555347" cy="5546047"/>
              </a:xfrm>
              <a:blipFill>
                <a:blip r:embed="rId2"/>
                <a:stretch>
                  <a:fillRect l="-837"/>
                </a:stretch>
              </a:blipFill>
            </p:spPr>
            <p:txBody>
              <a:bodyPr/>
              <a:lstStyle/>
              <a:p>
                <a:r>
                  <a:rPr lang="en-150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09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B40B1-96E0-C3EF-FFB7-93322633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Exemple de reguli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D1AB-3F37-B435-9067-5DA17989F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ro-RO" sz="2000" noProof="0" dirty="0"/>
              <a:t>a,b [ d,e*2 ]'h --&gt; [f,g]'h :: q; unde q este probabilitatea regulii.</a:t>
            </a:r>
          </a:p>
          <a:p>
            <a:r>
              <a:rPr lang="ro-RO" sz="2000" noProof="0" dirty="0"/>
              <a:t>(p) [a]'h --&gt; [b]'h; unde p e prioritatea regulii.</a:t>
            </a:r>
          </a:p>
          <a:p>
            <a:r>
              <a:rPr lang="ro-RO" sz="2000" noProof="0" dirty="0"/>
              <a:t>[a --&gt; b]'h; partea stânga și dreaptă ale regulilor de evoluție pot fi colapsate.</a:t>
            </a:r>
          </a:p>
          <a:p>
            <a:r>
              <a:rPr lang="ro-RO" sz="2000" noProof="0" dirty="0"/>
              <a:t>+[a]'h --&gt; +[b]'h -[c]'h; regulă de diviziune folosind sarcini electrice.</a:t>
            </a:r>
          </a:p>
          <a:p>
            <a:r>
              <a:rPr lang="ro-RO" sz="2000" noProof="0" dirty="0"/>
              <a:t>[a]'h --&gt; ; o regulă de dizolvare.</a:t>
            </a:r>
          </a:p>
          <a:p>
            <a:r>
              <a:rPr lang="ro-RO" sz="2000" noProof="0" dirty="0"/>
              <a:t>a[ ]'h --&gt; [b]'h; o regulă de send-in.</a:t>
            </a:r>
          </a:p>
          <a:p>
            <a:r>
              <a:rPr lang="ro-RO" sz="2000" noProof="0" dirty="0"/>
              <a:t>[a]'h --&gt; b[ ]'h; o regulă de send-out.</a:t>
            </a:r>
          </a:p>
          <a:p>
            <a:r>
              <a:rPr lang="ro-RO" sz="2000" noProof="0" dirty="0"/>
              <a:t>[a --&gt; #]'h; simbolul # poate fi folosit pe post de multiset gol.</a:t>
            </a:r>
          </a:p>
          <a:p>
            <a:r>
              <a:rPr lang="ro-RO" sz="2000" noProof="0" dirty="0"/>
              <a:t>[a]'1 &lt;--&gt; [b]'0; o regulă de symport/antiport în sistemele de genul sistemelor de țesuturi.</a:t>
            </a:r>
          </a:p>
          <a:p>
            <a:endParaRPr lang="ro-RO" sz="2000" noProof="0" dirty="0"/>
          </a:p>
        </p:txBody>
      </p:sp>
    </p:spTree>
    <p:extLst>
      <p:ext uri="{BB962C8B-B14F-4D97-AF65-F5344CB8AC3E}">
        <p14:creationId xmlns:p14="http://schemas.microsoft.com/office/powerpoint/2010/main" val="43148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B774FAE-B200-63B1-D302-30507D14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ro-RO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Generarea submulțimilor folosind</a:t>
            </a:r>
            <a:br>
              <a:rPr lang="ro-RO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ro-RO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Tissue P Systems în P-Lingua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701865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DFD0F-2BDA-D4DB-477A-86D1D6DD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Codul programului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75B1-C8FB-7354-9ED9-312E081E9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@model&lt;tissue_psystems&gt;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@include " tissue_psystems _model.pli"</a:t>
            </a:r>
          </a:p>
          <a:p>
            <a:pPr marL="0" indent="0">
              <a:lnSpc>
                <a:spcPct val="70000"/>
              </a:lnSpc>
              <a:buNone/>
            </a:pPr>
            <a:endParaRPr lang="ro-RO" sz="1400" noProof="0" dirty="0"/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def subsets(n)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    @mu = [[]’1 []’2]’0;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    @ms(1) += p{i} : 1&lt;=i&lt;=n;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    (i) [p{i}]’1 -&gt; [take{i}] [skip{i}] : 1 &lt;= i &lt;= n;</a:t>
            </a:r>
          </a:p>
          <a:p>
            <a:pPr marL="0" indent="0">
              <a:lnSpc>
                <a:spcPct val="70000"/>
              </a:lnSpc>
              <a:buNone/>
            </a:pPr>
            <a:endParaRPr lang="ro-RO" sz="1400" noProof="0" dirty="0"/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    [take{n}]’1 &lt;--&gt; []’2;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    [skip{n}]’1 &lt;--&gt; []’2;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ro-RO" sz="1400" noProof="0" dirty="0"/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def main()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    subsets(3);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1400" noProof="0" dirty="0"/>
              <a:t>}</a:t>
            </a:r>
          </a:p>
          <a:p>
            <a:pPr marL="0" indent="0">
              <a:buNone/>
            </a:pPr>
            <a:endParaRPr lang="ro-RO" sz="1400" noProof="0" dirty="0"/>
          </a:p>
        </p:txBody>
      </p:sp>
    </p:spTree>
    <p:extLst>
      <p:ext uri="{BB962C8B-B14F-4D97-AF65-F5344CB8AC3E}">
        <p14:creationId xmlns:p14="http://schemas.microsoft.com/office/powerpoint/2010/main" val="289802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58B9C262-D715-AB52-469C-435B80BA843C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40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Algoritmul de simulare pentru Tissue P Systems</a:t>
            </a:r>
          </a:p>
        </p:txBody>
      </p:sp>
      <p:graphicFrame>
        <p:nvGraphicFramePr>
          <p:cNvPr id="8" name="Substituent conținut 2">
            <a:extLst>
              <a:ext uri="{FF2B5EF4-FFF2-40B4-BE49-F238E27FC236}">
                <a16:creationId xmlns:a16="http://schemas.microsoft.com/office/drawing/2014/main" id="{0A55BF3B-5853-7EA2-4605-94680D092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1720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8689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5AFA-EE14-4468-2028-1BA8CCDB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tăText 3">
            <a:extLst>
              <a:ext uri="{FF2B5EF4-FFF2-40B4-BE49-F238E27FC236}">
                <a16:creationId xmlns:a16="http://schemas.microsoft.com/office/drawing/2014/main" id="{7259E0BC-FBE3-A106-F6ED-1C24B963AE8F}"/>
              </a:ext>
            </a:extLst>
          </p:cNvPr>
          <p:cNvSpPr txBox="1"/>
          <p:nvPr/>
        </p:nvSpPr>
        <p:spPr>
          <a:xfrm>
            <a:off x="5210992" y="52311"/>
            <a:ext cx="1516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u="sng" noProof="0" dirty="0">
                <a:solidFill>
                  <a:srgbClr val="00B0F0"/>
                </a:solidFill>
              </a:rPr>
              <a:t>1</a:t>
            </a:r>
            <a:r>
              <a:rPr lang="ro-RO" sz="3600" noProof="0" dirty="0"/>
              <a:t>,2,3]</a:t>
            </a:r>
          </a:p>
        </p:txBody>
      </p:sp>
      <p:sp>
        <p:nvSpPr>
          <p:cNvPr id="49" name="CasetăText 48">
            <a:extLst>
              <a:ext uri="{FF2B5EF4-FFF2-40B4-BE49-F238E27FC236}">
                <a16:creationId xmlns:a16="http://schemas.microsoft.com/office/drawing/2014/main" id="{8FE989A9-046F-8748-45A0-987A91E0C780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FD8467D0-8EA4-5CDF-8790-078B75F2EF7A}"/>
              </a:ext>
            </a:extLst>
          </p:cNvPr>
          <p:cNvSpPr txBox="1"/>
          <p:nvPr/>
        </p:nvSpPr>
        <p:spPr>
          <a:xfrm>
            <a:off x="113974" y="5090792"/>
            <a:ext cx="500863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Configurația :</a:t>
            </a:r>
          </a:p>
          <a:p>
            <a:pPr lvl="1"/>
            <a:r>
              <a:rPr lang="ro-RO" noProof="0" dirty="0"/>
              <a:t>c1: p</a:t>
            </a:r>
            <a:r>
              <a:rPr lang="ro-RO" baseline="-25000" noProof="0" dirty="0"/>
              <a:t>1</a:t>
            </a:r>
            <a:r>
              <a:rPr lang="ro-RO" noProof="0" dirty="0"/>
              <a:t>, p</a:t>
            </a:r>
            <a:r>
              <a:rPr lang="ro-RO" baseline="-25000" noProof="0" dirty="0"/>
              <a:t>2</a:t>
            </a:r>
            <a:r>
              <a:rPr lang="ro-RO" noProof="0" dirty="0"/>
              <a:t>, p</a:t>
            </a:r>
            <a:r>
              <a:rPr lang="ro-RO" baseline="-25000" noProof="0" dirty="0"/>
              <a:t>3</a:t>
            </a:r>
          </a:p>
          <a:p>
            <a:pPr lvl="1"/>
            <a:endParaRPr lang="ro-RO" baseline="-25000" noProof="0" dirty="0"/>
          </a:p>
          <a:p>
            <a:r>
              <a:rPr lang="ro-RO" noProof="0" dirty="0"/>
              <a:t>Celule selectate pentru reguli de comunicare: Ø</a:t>
            </a:r>
          </a:p>
          <a:p>
            <a:r>
              <a:rPr lang="ro-RO" noProof="0" dirty="0"/>
              <a:t>Celule selectate pentru reguli de diviziune: c1</a:t>
            </a:r>
          </a:p>
          <a:p>
            <a:r>
              <a:rPr lang="ro-RO" noProof="0" dirty="0"/>
              <a:t>R</a:t>
            </a:r>
            <a:r>
              <a:rPr lang="ro-RO" baseline="-25000" noProof="0" dirty="0"/>
              <a:t>sel</a:t>
            </a:r>
            <a:r>
              <a:rPr lang="ro-RO" noProof="0" dirty="0"/>
              <a:t>={c1}</a:t>
            </a:r>
            <a:endParaRPr lang="ro-RO" baseline="-25000" noProof="0" dirty="0"/>
          </a:p>
          <a:p>
            <a:pPr lvl="1"/>
            <a:endParaRPr lang="ro-RO" baseline="-25000" noProof="0" dirty="0"/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B6421D55-6106-9A15-9356-E197A8D82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4D2636DD-EF9A-72FA-6153-F15C5FCED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921" y="5354974"/>
            <a:ext cx="2371999" cy="83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77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3B17-8B65-1973-2D6C-E65DE637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tăText 3">
            <a:extLst>
              <a:ext uri="{FF2B5EF4-FFF2-40B4-BE49-F238E27FC236}">
                <a16:creationId xmlns:a16="http://schemas.microsoft.com/office/drawing/2014/main" id="{DBAA622B-BE88-D149-2C83-081B88BF8A8C}"/>
              </a:ext>
            </a:extLst>
          </p:cNvPr>
          <p:cNvSpPr txBox="1"/>
          <p:nvPr/>
        </p:nvSpPr>
        <p:spPr>
          <a:xfrm>
            <a:off x="5029200" y="52311"/>
            <a:ext cx="1697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1</a:t>
            </a:r>
            <a:r>
              <a:rPr lang="ro-RO" sz="3600" noProof="0" dirty="0"/>
              <a:t>,2,3]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F764D5BD-8B17-8B8F-D5DE-A2FFD86AAADF}"/>
              </a:ext>
            </a:extLst>
          </p:cNvPr>
          <p:cNvSpPr txBox="1"/>
          <p:nvPr/>
        </p:nvSpPr>
        <p:spPr>
          <a:xfrm>
            <a:off x="2625964" y="1551912"/>
            <a:ext cx="1810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,2,3]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DD05B9EB-FC08-2530-E2BF-341D7CC6E637}"/>
              </a:ext>
            </a:extLst>
          </p:cNvPr>
          <p:cNvSpPr txBox="1"/>
          <p:nvPr/>
        </p:nvSpPr>
        <p:spPr>
          <a:xfrm>
            <a:off x="7711301" y="1630090"/>
            <a:ext cx="1656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,2,3]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B4F13FB-2E3F-CB24-8618-7153552D64F5}"/>
                  </a:ext>
                </a:extLst>
              </p14:cNvPr>
              <p14:cNvContentPartPr/>
              <p14:nvPr/>
            </p14:nvContentPartPr>
            <p14:xfrm rot="217306">
              <a:off x="3635199" y="655865"/>
              <a:ext cx="2163600" cy="10092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B4F13FB-2E3F-CB24-8618-7153552D64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217306">
                <a:off x="3599199" y="619860"/>
                <a:ext cx="2235240" cy="10808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7909401C-E275-67AD-CED2-C983AF476055}"/>
                  </a:ext>
                </a:extLst>
              </p14:cNvPr>
              <p14:cNvContentPartPr/>
              <p14:nvPr/>
            </p14:nvContentPartPr>
            <p14:xfrm rot="21362481">
              <a:off x="6141903" y="683214"/>
              <a:ext cx="2163600" cy="10090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7909401C-E275-67AD-CED2-C983AF4760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21362481">
                <a:off x="6105903" y="647227"/>
                <a:ext cx="2235240" cy="1080694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CasetăText 48">
            <a:extLst>
              <a:ext uri="{FF2B5EF4-FFF2-40B4-BE49-F238E27FC236}">
                <a16:creationId xmlns:a16="http://schemas.microsoft.com/office/drawing/2014/main" id="{215E3211-B908-9505-6ECD-352B581CD25B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4863DF90-3525-DFC9-0F6C-4D38B560F56F}"/>
              </a:ext>
            </a:extLst>
          </p:cNvPr>
          <p:cNvSpPr txBox="1"/>
          <p:nvPr/>
        </p:nvSpPr>
        <p:spPr>
          <a:xfrm>
            <a:off x="113974" y="5090792"/>
            <a:ext cx="500863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Configurația :</a:t>
            </a:r>
          </a:p>
          <a:p>
            <a:pPr lvl="1"/>
            <a:r>
              <a:rPr lang="ro-RO" noProof="0" dirty="0"/>
              <a:t>c1: p</a:t>
            </a:r>
            <a:r>
              <a:rPr lang="ro-RO" baseline="-25000" noProof="0" dirty="0"/>
              <a:t>1</a:t>
            </a:r>
            <a:r>
              <a:rPr lang="ro-RO" noProof="0" dirty="0"/>
              <a:t>, p</a:t>
            </a:r>
            <a:r>
              <a:rPr lang="ro-RO" baseline="-25000" noProof="0" dirty="0"/>
              <a:t>2</a:t>
            </a:r>
            <a:r>
              <a:rPr lang="ro-RO" noProof="0" dirty="0"/>
              <a:t>, p</a:t>
            </a:r>
            <a:r>
              <a:rPr lang="ro-RO" baseline="-25000" noProof="0" dirty="0"/>
              <a:t>3</a:t>
            </a:r>
          </a:p>
          <a:p>
            <a:pPr lvl="1"/>
            <a:endParaRPr lang="ro-RO" baseline="-25000" noProof="0" dirty="0"/>
          </a:p>
          <a:p>
            <a:r>
              <a:rPr lang="ro-RO" noProof="0" dirty="0"/>
              <a:t>Celule selectate pentru reguli de comunicare: Ø</a:t>
            </a:r>
          </a:p>
          <a:p>
            <a:r>
              <a:rPr lang="ro-RO" noProof="0" dirty="0"/>
              <a:t>Celule selectate pentru reguli de diviziune: c1</a:t>
            </a:r>
          </a:p>
          <a:p>
            <a:r>
              <a:rPr lang="ro-RO" noProof="0" dirty="0"/>
              <a:t>R</a:t>
            </a:r>
            <a:r>
              <a:rPr lang="ro-RO" baseline="-25000" noProof="0" dirty="0"/>
              <a:t>sel</a:t>
            </a:r>
            <a:r>
              <a:rPr lang="ro-RO" noProof="0" dirty="0"/>
              <a:t>={c1}</a:t>
            </a:r>
            <a:endParaRPr lang="ro-RO" baseline="-25000" noProof="0" dirty="0"/>
          </a:p>
          <a:p>
            <a:pPr lvl="1"/>
            <a:endParaRPr lang="ro-RO" baseline="-25000" noProof="0" dirty="0"/>
          </a:p>
        </p:txBody>
      </p:sp>
    </p:spTree>
    <p:extLst>
      <p:ext uri="{BB962C8B-B14F-4D97-AF65-F5344CB8AC3E}">
        <p14:creationId xmlns:p14="http://schemas.microsoft.com/office/powerpoint/2010/main" val="1222701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FC54-C9AB-93BD-2ECF-2744F82E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tăText 4">
            <a:extLst>
              <a:ext uri="{FF2B5EF4-FFF2-40B4-BE49-F238E27FC236}">
                <a16:creationId xmlns:a16="http://schemas.microsoft.com/office/drawing/2014/main" id="{9AF53289-7625-EA2C-71FD-EA0D283DC7BE}"/>
              </a:ext>
            </a:extLst>
          </p:cNvPr>
          <p:cNvSpPr txBox="1"/>
          <p:nvPr/>
        </p:nvSpPr>
        <p:spPr>
          <a:xfrm>
            <a:off x="2625964" y="1551912"/>
            <a:ext cx="1810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,2,3]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CF36EE06-96B9-7C2E-398F-DFEA381A8D80}"/>
              </a:ext>
            </a:extLst>
          </p:cNvPr>
          <p:cNvSpPr txBox="1"/>
          <p:nvPr/>
        </p:nvSpPr>
        <p:spPr>
          <a:xfrm>
            <a:off x="7711301" y="1630090"/>
            <a:ext cx="1656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,2,3]</a:t>
            </a:r>
          </a:p>
        </p:txBody>
      </p:sp>
      <p:sp>
        <p:nvSpPr>
          <p:cNvPr id="49" name="CasetăText 48">
            <a:extLst>
              <a:ext uri="{FF2B5EF4-FFF2-40B4-BE49-F238E27FC236}">
                <a16:creationId xmlns:a16="http://schemas.microsoft.com/office/drawing/2014/main" id="{BE8B3B57-7B9D-FEBF-AB73-6CCAEF95C2E9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26D2DD70-5BD2-7232-A3EA-64878941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34B69F38-342A-4B4B-59FF-3B8132A0D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921" y="5354974"/>
            <a:ext cx="2371999" cy="830199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32C052DD-FE48-94FF-06F5-CD76013292F7}"/>
              </a:ext>
            </a:extLst>
          </p:cNvPr>
          <p:cNvSpPr txBox="1"/>
          <p:nvPr/>
        </p:nvSpPr>
        <p:spPr>
          <a:xfrm>
            <a:off x="113974" y="5090792"/>
            <a:ext cx="50086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Configurația :</a:t>
            </a:r>
          </a:p>
          <a:p>
            <a:pPr lvl="1"/>
            <a:r>
              <a:rPr lang="ro-RO" noProof="0" dirty="0"/>
              <a:t>c1: skip</a:t>
            </a:r>
            <a:r>
              <a:rPr lang="ro-RO" baseline="-25000" noProof="0" dirty="0"/>
              <a:t>1</a:t>
            </a:r>
            <a:r>
              <a:rPr lang="ro-RO" noProof="0" dirty="0"/>
              <a:t>, p</a:t>
            </a:r>
            <a:r>
              <a:rPr lang="ro-RO" baseline="-25000" noProof="0" dirty="0"/>
              <a:t>2</a:t>
            </a:r>
            <a:r>
              <a:rPr lang="ro-RO" noProof="0" dirty="0"/>
              <a:t>, p</a:t>
            </a:r>
            <a:r>
              <a:rPr lang="ro-RO" baseline="-25000" noProof="0" dirty="0"/>
              <a:t>3</a:t>
            </a:r>
          </a:p>
          <a:p>
            <a:pPr lvl="1"/>
            <a:r>
              <a:rPr lang="ro-RO" noProof="0" dirty="0"/>
              <a:t>c2: take</a:t>
            </a:r>
            <a:r>
              <a:rPr lang="ro-RO" baseline="-25000" noProof="0" dirty="0"/>
              <a:t>1</a:t>
            </a:r>
            <a:r>
              <a:rPr lang="ro-RO" noProof="0" dirty="0"/>
              <a:t>, p</a:t>
            </a:r>
            <a:r>
              <a:rPr lang="ro-RO" baseline="-25000" noProof="0" dirty="0"/>
              <a:t>2</a:t>
            </a:r>
            <a:r>
              <a:rPr lang="ro-RO" noProof="0" dirty="0"/>
              <a:t>, p</a:t>
            </a:r>
            <a:r>
              <a:rPr lang="ro-RO" baseline="-25000" noProof="0" dirty="0"/>
              <a:t>3</a:t>
            </a:r>
          </a:p>
          <a:p>
            <a:r>
              <a:rPr lang="ro-RO" noProof="0" dirty="0"/>
              <a:t>Celule selectate pentru reguli de comunicare: Ø</a:t>
            </a:r>
          </a:p>
          <a:p>
            <a:r>
              <a:rPr lang="ro-RO" noProof="0" dirty="0"/>
              <a:t>Celule selectate pentru reguli de diviziune: c1, c2</a:t>
            </a:r>
          </a:p>
          <a:p>
            <a:r>
              <a:rPr lang="ro-RO" noProof="0" dirty="0"/>
              <a:t>R</a:t>
            </a:r>
            <a:r>
              <a:rPr lang="ro-RO" baseline="-25000" noProof="0" dirty="0"/>
              <a:t>sel</a:t>
            </a:r>
            <a:r>
              <a:rPr lang="ro-RO" noProof="0" dirty="0"/>
              <a:t>={c1, c2}</a:t>
            </a:r>
            <a:endParaRPr lang="ro-RO" baseline="-25000" noProof="0" dirty="0"/>
          </a:p>
          <a:p>
            <a:pPr lvl="1"/>
            <a:endParaRPr lang="ro-RO" baseline="-25000" noProof="0" dirty="0"/>
          </a:p>
        </p:txBody>
      </p:sp>
    </p:spTree>
    <p:extLst>
      <p:ext uri="{BB962C8B-B14F-4D97-AF65-F5344CB8AC3E}">
        <p14:creationId xmlns:p14="http://schemas.microsoft.com/office/powerpoint/2010/main" val="1298210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E467A-73D2-E3FE-DF07-7DE938C9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tăText 4">
            <a:extLst>
              <a:ext uri="{FF2B5EF4-FFF2-40B4-BE49-F238E27FC236}">
                <a16:creationId xmlns:a16="http://schemas.microsoft.com/office/drawing/2014/main" id="{1B8DCA16-FCE2-B1C7-7875-716BEC6A41EA}"/>
              </a:ext>
            </a:extLst>
          </p:cNvPr>
          <p:cNvSpPr txBox="1"/>
          <p:nvPr/>
        </p:nvSpPr>
        <p:spPr>
          <a:xfrm>
            <a:off x="2625964" y="1551912"/>
            <a:ext cx="1810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2</a:t>
            </a:r>
            <a:r>
              <a:rPr lang="ro-RO" sz="3600" noProof="0" dirty="0"/>
              <a:t>,3]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FA78F221-AEAB-EC44-9012-BB441E55AB07}"/>
              </a:ext>
            </a:extLst>
          </p:cNvPr>
          <p:cNvSpPr txBox="1"/>
          <p:nvPr/>
        </p:nvSpPr>
        <p:spPr>
          <a:xfrm>
            <a:off x="7711301" y="1630090"/>
            <a:ext cx="173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2</a:t>
            </a:r>
            <a:r>
              <a:rPr lang="ro-RO" sz="3600" noProof="0" dirty="0"/>
              <a:t>,3]</a:t>
            </a:r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5C9A9B6A-2DF5-6DBC-283C-B7B92192A38F}"/>
              </a:ext>
            </a:extLst>
          </p:cNvPr>
          <p:cNvSpPr txBox="1"/>
          <p:nvPr/>
        </p:nvSpPr>
        <p:spPr>
          <a:xfrm>
            <a:off x="567894" y="3120905"/>
            <a:ext cx="1754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,3]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7E5E18BD-62EE-AF82-0011-BA5D5AE1A106}"/>
              </a:ext>
            </a:extLst>
          </p:cNvPr>
          <p:cNvSpPr txBox="1"/>
          <p:nvPr/>
        </p:nvSpPr>
        <p:spPr>
          <a:xfrm>
            <a:off x="3597879" y="3100326"/>
            <a:ext cx="164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,3]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06410285-61CD-4FFF-4095-00044FCBFD8E}"/>
              </a:ext>
            </a:extLst>
          </p:cNvPr>
          <p:cNvSpPr txBox="1"/>
          <p:nvPr/>
        </p:nvSpPr>
        <p:spPr>
          <a:xfrm>
            <a:off x="6513871" y="3038166"/>
            <a:ext cx="173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,3]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1A3A5300-58BA-3ADD-1EE0-92D969EF57E8}"/>
              </a:ext>
            </a:extLst>
          </p:cNvPr>
          <p:cNvSpPr txBox="1"/>
          <p:nvPr/>
        </p:nvSpPr>
        <p:spPr>
          <a:xfrm>
            <a:off x="9342373" y="3038165"/>
            <a:ext cx="164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,3]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A811038F-77C0-1667-0224-E16CAA1869B0}"/>
                  </a:ext>
                </a:extLst>
              </p14:cNvPr>
              <p14:cNvContentPartPr/>
              <p14:nvPr/>
            </p14:nvContentPartPr>
            <p14:xfrm rot="335201">
              <a:off x="3386182" y="2226686"/>
              <a:ext cx="953597" cy="82919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A811038F-77C0-1667-0224-E16CAA1869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335201">
                <a:off x="3350197" y="2190697"/>
                <a:ext cx="1025207" cy="900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CEE2FF9-42C1-8DA1-9A52-11C46FDB0760}"/>
                  </a:ext>
                </a:extLst>
              </p14:cNvPr>
              <p14:cNvContentPartPr/>
              <p14:nvPr/>
            </p14:nvContentPartPr>
            <p14:xfrm>
              <a:off x="8771133" y="2300862"/>
              <a:ext cx="1370279" cy="668373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CEE2FF9-42C1-8DA1-9A52-11C46FDB07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35139" y="2264889"/>
                <a:ext cx="1441906" cy="7399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FBD6A72-56E1-513D-785C-7EC0C5001399}"/>
                  </a:ext>
                </a:extLst>
              </p14:cNvPr>
              <p14:cNvContentPartPr/>
              <p14:nvPr/>
            </p14:nvContentPartPr>
            <p14:xfrm rot="273740">
              <a:off x="1476644" y="2091878"/>
              <a:ext cx="1676885" cy="1089302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FBD6A72-56E1-513D-785C-7EC0C50013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273740">
                <a:off x="1440644" y="2055880"/>
                <a:ext cx="1748525" cy="1160938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are 19">
            <a:extLst>
              <a:ext uri="{FF2B5EF4-FFF2-40B4-BE49-F238E27FC236}">
                <a16:creationId xmlns:a16="http://schemas.microsoft.com/office/drawing/2014/main" id="{EEC11262-B1EC-3DB4-D77A-521404A4955B}"/>
              </a:ext>
            </a:extLst>
          </p:cNvPr>
          <p:cNvGrpSpPr/>
          <p:nvPr/>
        </p:nvGrpSpPr>
        <p:grpSpPr>
          <a:xfrm rot="1250655">
            <a:off x="7416901" y="2092039"/>
            <a:ext cx="847177" cy="1084074"/>
            <a:chOff x="7218561" y="2847356"/>
            <a:chExt cx="625680" cy="80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Cerneală 17">
                  <a:extLst>
                    <a:ext uri="{FF2B5EF4-FFF2-40B4-BE49-F238E27FC236}">
                      <a16:creationId xmlns:a16="http://schemas.microsoft.com/office/drawing/2014/main" id="{7B738B2F-1E44-8E13-6EFD-827EDB9878DF}"/>
                    </a:ext>
                  </a:extLst>
                </p14:cNvPr>
                <p14:cNvContentPartPr/>
                <p14:nvPr/>
              </p14:nvContentPartPr>
              <p14:xfrm>
                <a:off x="7266801" y="2847356"/>
                <a:ext cx="577440" cy="739080"/>
              </p14:xfrm>
            </p:contentPart>
          </mc:Choice>
          <mc:Fallback xmlns="">
            <p:pic>
              <p:nvPicPr>
                <p:cNvPr id="18" name="Cerneală 17">
                  <a:extLst>
                    <a:ext uri="{FF2B5EF4-FFF2-40B4-BE49-F238E27FC236}">
                      <a16:creationId xmlns:a16="http://schemas.microsoft.com/office/drawing/2014/main" id="{7B738B2F-1E44-8E13-6EFD-827EDB9878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40215" y="2820770"/>
                  <a:ext cx="630345" cy="791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Cerneală 18">
                  <a:extLst>
                    <a:ext uri="{FF2B5EF4-FFF2-40B4-BE49-F238E27FC236}">
                      <a16:creationId xmlns:a16="http://schemas.microsoft.com/office/drawing/2014/main" id="{BF904904-E252-3C1E-4C9C-017F2A2E9EA5}"/>
                    </a:ext>
                  </a:extLst>
                </p14:cNvPr>
                <p14:cNvContentPartPr/>
                <p14:nvPr/>
              </p14:nvContentPartPr>
              <p14:xfrm>
                <a:off x="7218561" y="3551876"/>
                <a:ext cx="75240" cy="96120"/>
              </p14:xfrm>
            </p:contentPart>
          </mc:Choice>
          <mc:Fallback xmlns="">
            <p:pic>
              <p:nvPicPr>
                <p:cNvPr id="19" name="Cerneală 18">
                  <a:extLst>
                    <a:ext uri="{FF2B5EF4-FFF2-40B4-BE49-F238E27FC236}">
                      <a16:creationId xmlns:a16="http://schemas.microsoft.com/office/drawing/2014/main" id="{BF904904-E252-3C1E-4C9C-017F2A2E9E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91974" y="3525324"/>
                  <a:ext cx="128147" cy="14895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9" name="CasetăText 48">
            <a:extLst>
              <a:ext uri="{FF2B5EF4-FFF2-40B4-BE49-F238E27FC236}">
                <a16:creationId xmlns:a16="http://schemas.microsoft.com/office/drawing/2014/main" id="{9D1F0869-2E59-FD33-3F5C-2ABCDF049EB4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pic>
        <p:nvPicPr>
          <p:cNvPr id="21" name="Imagine 20">
            <a:extLst>
              <a:ext uri="{FF2B5EF4-FFF2-40B4-BE49-F238E27FC236}">
                <a16:creationId xmlns:a16="http://schemas.microsoft.com/office/drawing/2014/main" id="{6616FC11-34BC-2954-AEA8-9867CC1DF8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sp>
        <p:nvSpPr>
          <p:cNvPr id="23" name="CasetăText 22">
            <a:extLst>
              <a:ext uri="{FF2B5EF4-FFF2-40B4-BE49-F238E27FC236}">
                <a16:creationId xmlns:a16="http://schemas.microsoft.com/office/drawing/2014/main" id="{379E43AA-60B4-F043-EF8F-6BBCAC8FF8C1}"/>
              </a:ext>
            </a:extLst>
          </p:cNvPr>
          <p:cNvSpPr txBox="1"/>
          <p:nvPr/>
        </p:nvSpPr>
        <p:spPr>
          <a:xfrm>
            <a:off x="113974" y="5090792"/>
            <a:ext cx="50086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Configurația :</a:t>
            </a:r>
          </a:p>
          <a:p>
            <a:pPr lvl="1"/>
            <a:r>
              <a:rPr lang="ro-RO" noProof="0" dirty="0"/>
              <a:t>c1: skip</a:t>
            </a:r>
            <a:r>
              <a:rPr lang="ro-RO" baseline="-25000" noProof="0" dirty="0"/>
              <a:t>1</a:t>
            </a:r>
            <a:r>
              <a:rPr lang="ro-RO" noProof="0" dirty="0"/>
              <a:t>, p</a:t>
            </a:r>
            <a:r>
              <a:rPr lang="ro-RO" baseline="-25000" noProof="0" dirty="0"/>
              <a:t>2</a:t>
            </a:r>
            <a:r>
              <a:rPr lang="ro-RO" noProof="0" dirty="0"/>
              <a:t>, p</a:t>
            </a:r>
            <a:r>
              <a:rPr lang="ro-RO" baseline="-25000" noProof="0" dirty="0"/>
              <a:t>3</a:t>
            </a:r>
          </a:p>
          <a:p>
            <a:pPr lvl="1"/>
            <a:r>
              <a:rPr lang="ro-RO" noProof="0" dirty="0"/>
              <a:t>c2: take</a:t>
            </a:r>
            <a:r>
              <a:rPr lang="ro-RO" baseline="-25000" noProof="0" dirty="0"/>
              <a:t>1</a:t>
            </a:r>
            <a:r>
              <a:rPr lang="ro-RO" noProof="0" dirty="0"/>
              <a:t>, p</a:t>
            </a:r>
            <a:r>
              <a:rPr lang="ro-RO" baseline="-25000" noProof="0" dirty="0"/>
              <a:t>2</a:t>
            </a:r>
            <a:r>
              <a:rPr lang="ro-RO" noProof="0" dirty="0"/>
              <a:t>, p</a:t>
            </a:r>
            <a:r>
              <a:rPr lang="ro-RO" baseline="-25000" noProof="0" dirty="0"/>
              <a:t>3</a:t>
            </a:r>
          </a:p>
          <a:p>
            <a:r>
              <a:rPr lang="ro-RO" noProof="0" dirty="0"/>
              <a:t>Celule selectate pentru reguli de comunicare: Ø</a:t>
            </a:r>
          </a:p>
          <a:p>
            <a:r>
              <a:rPr lang="ro-RO" noProof="0" dirty="0"/>
              <a:t>Celule selectate pentru reguli de diviziune: c1, c2</a:t>
            </a:r>
          </a:p>
          <a:p>
            <a:r>
              <a:rPr lang="ro-RO" noProof="0" dirty="0"/>
              <a:t>R</a:t>
            </a:r>
            <a:r>
              <a:rPr lang="ro-RO" baseline="-25000" noProof="0" dirty="0"/>
              <a:t>sel</a:t>
            </a:r>
            <a:r>
              <a:rPr lang="ro-RO" noProof="0" dirty="0"/>
              <a:t>={c1, c2}</a:t>
            </a:r>
            <a:endParaRPr lang="ro-RO" baseline="-25000" noProof="0" dirty="0"/>
          </a:p>
          <a:p>
            <a:pPr lvl="1"/>
            <a:endParaRPr lang="ro-RO" baseline="-25000" noProof="0" dirty="0"/>
          </a:p>
        </p:txBody>
      </p:sp>
    </p:spTree>
    <p:extLst>
      <p:ext uri="{BB962C8B-B14F-4D97-AF65-F5344CB8AC3E}">
        <p14:creationId xmlns:p14="http://schemas.microsoft.com/office/powerpoint/2010/main" val="2423881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621F-90EB-04C3-A9FB-1FD71F4F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A0DB04-8F37-92F3-B224-839DC231712A}"/>
              </a:ext>
            </a:extLst>
          </p:cNvPr>
          <p:cNvSpPr txBox="1"/>
          <p:nvPr/>
        </p:nvSpPr>
        <p:spPr>
          <a:xfrm>
            <a:off x="567894" y="3120905"/>
            <a:ext cx="190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9F01B444-B913-0DDD-D086-5C3EFA36C730}"/>
              </a:ext>
            </a:extLst>
          </p:cNvPr>
          <p:cNvSpPr txBox="1"/>
          <p:nvPr/>
        </p:nvSpPr>
        <p:spPr>
          <a:xfrm>
            <a:off x="3597879" y="3100326"/>
            <a:ext cx="1838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91CB8DAA-9883-60F3-C548-70C0FD00F1D2}"/>
              </a:ext>
            </a:extLst>
          </p:cNvPr>
          <p:cNvSpPr txBox="1"/>
          <p:nvPr/>
        </p:nvSpPr>
        <p:spPr>
          <a:xfrm>
            <a:off x="6513871" y="3038166"/>
            <a:ext cx="1838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5A7AE006-AB1E-C6A2-209B-A88FEC57C3BA}"/>
              </a:ext>
            </a:extLst>
          </p:cNvPr>
          <p:cNvSpPr txBox="1"/>
          <p:nvPr/>
        </p:nvSpPr>
        <p:spPr>
          <a:xfrm>
            <a:off x="9342373" y="3038165"/>
            <a:ext cx="1773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49" name="CasetăText 48">
            <a:extLst>
              <a:ext uri="{FF2B5EF4-FFF2-40B4-BE49-F238E27FC236}">
                <a16:creationId xmlns:a16="http://schemas.microsoft.com/office/drawing/2014/main" id="{EF04F87D-0356-B3C1-A0D9-F5D48041E089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pic>
        <p:nvPicPr>
          <p:cNvPr id="50" name="Imagine 49">
            <a:extLst>
              <a:ext uri="{FF2B5EF4-FFF2-40B4-BE49-F238E27FC236}">
                <a16:creationId xmlns:a16="http://schemas.microsoft.com/office/drawing/2014/main" id="{DF9E98A4-8309-CE6C-F57E-C0A5639FE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pic>
        <p:nvPicPr>
          <p:cNvPr id="51" name="Imagine 50">
            <a:extLst>
              <a:ext uri="{FF2B5EF4-FFF2-40B4-BE49-F238E27FC236}">
                <a16:creationId xmlns:a16="http://schemas.microsoft.com/office/drawing/2014/main" id="{9A92F2DB-9217-03EB-BD6D-91FF50661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921" y="5354974"/>
            <a:ext cx="2371999" cy="830199"/>
          </a:xfrm>
          <a:prstGeom prst="rect">
            <a:avLst/>
          </a:prstGeom>
        </p:spPr>
      </p:pic>
      <p:sp>
        <p:nvSpPr>
          <p:cNvPr id="54" name="CasetăText 53">
            <a:extLst>
              <a:ext uri="{FF2B5EF4-FFF2-40B4-BE49-F238E27FC236}">
                <a16:creationId xmlns:a16="http://schemas.microsoft.com/office/drawing/2014/main" id="{4CD9BBC9-D7C8-44A5-B7C9-5FD10CBFA421}"/>
              </a:ext>
            </a:extLst>
          </p:cNvPr>
          <p:cNvSpPr txBox="1"/>
          <p:nvPr/>
        </p:nvSpPr>
        <p:spPr>
          <a:xfrm>
            <a:off x="113974" y="5090792"/>
            <a:ext cx="624749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Configurația :</a:t>
            </a:r>
          </a:p>
          <a:p>
            <a:pPr lvl="1"/>
            <a:r>
              <a:rPr lang="ro-RO" noProof="0" dirty="0"/>
              <a:t>c1, c2, c3, c4</a:t>
            </a:r>
            <a:endParaRPr lang="ro-RO" baseline="-25000" noProof="0" dirty="0"/>
          </a:p>
          <a:p>
            <a:r>
              <a:rPr lang="ro-RO" noProof="0" dirty="0"/>
              <a:t>Celule selectate pentru reguli de comunicare: Ø</a:t>
            </a:r>
          </a:p>
          <a:p>
            <a:r>
              <a:rPr lang="ro-RO" noProof="0" dirty="0"/>
              <a:t>Celule selectate pentru reguli de diviziune: c1, c2, c3, c4</a:t>
            </a:r>
          </a:p>
          <a:p>
            <a:r>
              <a:rPr lang="ro-RO" noProof="0" dirty="0"/>
              <a:t>R</a:t>
            </a:r>
            <a:r>
              <a:rPr lang="ro-RO" baseline="-25000" noProof="0" dirty="0"/>
              <a:t>sel</a:t>
            </a:r>
            <a:r>
              <a:rPr lang="ro-RO" noProof="0" dirty="0"/>
              <a:t>={c1, c2, c3, c4}</a:t>
            </a:r>
            <a:endParaRPr lang="ro-RO" baseline="-25000" noProof="0" dirty="0"/>
          </a:p>
          <a:p>
            <a:pPr lvl="1"/>
            <a:endParaRPr lang="ro-RO" baseline="-25000" noProof="0" dirty="0"/>
          </a:p>
        </p:txBody>
      </p:sp>
    </p:spTree>
    <p:extLst>
      <p:ext uri="{BB962C8B-B14F-4D97-AF65-F5344CB8AC3E}">
        <p14:creationId xmlns:p14="http://schemas.microsoft.com/office/powerpoint/2010/main" val="3873582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E9976-2943-F0FC-3D16-913C12AF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492600CF-2199-2306-9E3B-BA3A9E3471E2}"/>
              </a:ext>
            </a:extLst>
          </p:cNvPr>
          <p:cNvSpPr txBox="1"/>
          <p:nvPr/>
        </p:nvSpPr>
        <p:spPr>
          <a:xfrm>
            <a:off x="567894" y="3120905"/>
            <a:ext cx="190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FFE61F66-E52A-7B24-0F6E-E72AF69FA33A}"/>
              </a:ext>
            </a:extLst>
          </p:cNvPr>
          <p:cNvSpPr txBox="1"/>
          <p:nvPr/>
        </p:nvSpPr>
        <p:spPr>
          <a:xfrm>
            <a:off x="3597879" y="3100326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D578814A-F1A6-7BF4-B753-0AE886732323}"/>
              </a:ext>
            </a:extLst>
          </p:cNvPr>
          <p:cNvSpPr txBox="1"/>
          <p:nvPr/>
        </p:nvSpPr>
        <p:spPr>
          <a:xfrm>
            <a:off x="6513871" y="3038166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B2B8D305-AA3E-FFB3-D896-0D9DD1E6E6A5}"/>
              </a:ext>
            </a:extLst>
          </p:cNvPr>
          <p:cNvSpPr txBox="1"/>
          <p:nvPr/>
        </p:nvSpPr>
        <p:spPr>
          <a:xfrm>
            <a:off x="9342373" y="3038165"/>
            <a:ext cx="178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F0"/>
                </a:solidFill>
              </a:rPr>
              <a:t>p</a:t>
            </a:r>
            <a:r>
              <a:rPr lang="ro-RO" sz="3600" baseline="-25000" noProof="0" dirty="0">
                <a:solidFill>
                  <a:srgbClr val="00B0F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1BD85906-9431-37A7-1FA7-FBDEBF5BCD71}"/>
              </a:ext>
            </a:extLst>
          </p:cNvPr>
          <p:cNvSpPr txBox="1"/>
          <p:nvPr/>
        </p:nvSpPr>
        <p:spPr>
          <a:xfrm>
            <a:off x="-103870" y="4424956"/>
            <a:ext cx="190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135C936-8592-8491-3E0B-38413DE28793}"/>
                  </a:ext>
                </a:extLst>
              </p14:cNvPr>
              <p14:cNvContentPartPr/>
              <p14:nvPr/>
            </p14:nvContentPartPr>
            <p14:xfrm rot="20600765">
              <a:off x="691337" y="3862727"/>
              <a:ext cx="651432" cy="42317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135C936-8592-8491-3E0B-38413DE287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20600765">
                <a:off x="655346" y="3826743"/>
                <a:ext cx="723054" cy="494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4B433EE-71BA-AEA5-FB33-910C8D642174}"/>
                  </a:ext>
                </a:extLst>
              </p14:cNvPr>
              <p14:cNvContentPartPr/>
              <p14:nvPr/>
            </p14:nvContentPartPr>
            <p14:xfrm rot="716429">
              <a:off x="1430544" y="3831909"/>
              <a:ext cx="570545" cy="496111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4B433EE-71BA-AEA5-FB33-910C8D6421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716429">
                <a:off x="1394570" y="3795933"/>
                <a:ext cx="642133" cy="56770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asetăText 11">
            <a:extLst>
              <a:ext uri="{FF2B5EF4-FFF2-40B4-BE49-F238E27FC236}">
                <a16:creationId xmlns:a16="http://schemas.microsoft.com/office/drawing/2014/main" id="{8BD6DEEB-66F9-27CF-0E8D-3FD196D652E9}"/>
              </a:ext>
            </a:extLst>
          </p:cNvPr>
          <p:cNvSpPr txBox="1"/>
          <p:nvPr/>
        </p:nvSpPr>
        <p:spPr>
          <a:xfrm>
            <a:off x="1537196" y="4424586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37" name="CasetăText 36">
            <a:extLst>
              <a:ext uri="{FF2B5EF4-FFF2-40B4-BE49-F238E27FC236}">
                <a16:creationId xmlns:a16="http://schemas.microsoft.com/office/drawing/2014/main" id="{A6C85483-20FD-E6EF-9B03-8175CDDBC5C7}"/>
              </a:ext>
            </a:extLst>
          </p:cNvPr>
          <p:cNvSpPr txBox="1"/>
          <p:nvPr/>
        </p:nvSpPr>
        <p:spPr>
          <a:xfrm>
            <a:off x="3087812" y="4425329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C3B6C38-505B-7AF3-495C-9D9618457380}"/>
                  </a:ext>
                </a:extLst>
              </p14:cNvPr>
              <p14:cNvContentPartPr/>
              <p14:nvPr/>
            </p14:nvContentPartPr>
            <p14:xfrm rot="20600765">
              <a:off x="3644855" y="3851708"/>
              <a:ext cx="651432" cy="42317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C3B6C38-505B-7AF3-495C-9D96184573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20600765">
                <a:off x="3608864" y="3815724"/>
                <a:ext cx="723054" cy="494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37730AB4-B7EB-F315-EFE0-B75C78F91378}"/>
                  </a:ext>
                </a:extLst>
              </p14:cNvPr>
              <p14:cNvContentPartPr/>
              <p14:nvPr/>
            </p14:nvContentPartPr>
            <p14:xfrm rot="716429">
              <a:off x="4384062" y="3820890"/>
              <a:ext cx="570545" cy="496111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37730AB4-B7EB-F315-EFE0-B75C78F913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716429">
                <a:off x="4348088" y="3784914"/>
                <a:ext cx="642133" cy="567704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CasetăText 39">
            <a:extLst>
              <a:ext uri="{FF2B5EF4-FFF2-40B4-BE49-F238E27FC236}">
                <a16:creationId xmlns:a16="http://schemas.microsoft.com/office/drawing/2014/main" id="{11D074CD-85BA-677B-2BF6-672F8ACEA325}"/>
              </a:ext>
            </a:extLst>
          </p:cNvPr>
          <p:cNvSpPr txBox="1"/>
          <p:nvPr/>
        </p:nvSpPr>
        <p:spPr>
          <a:xfrm>
            <a:off x="4658492" y="4424585"/>
            <a:ext cx="17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41" name="CasetăText 40">
            <a:extLst>
              <a:ext uri="{FF2B5EF4-FFF2-40B4-BE49-F238E27FC236}">
                <a16:creationId xmlns:a16="http://schemas.microsoft.com/office/drawing/2014/main" id="{86B34FD7-760F-1783-5557-801E72CFE064}"/>
              </a:ext>
            </a:extLst>
          </p:cNvPr>
          <p:cNvSpPr txBox="1"/>
          <p:nvPr/>
        </p:nvSpPr>
        <p:spPr>
          <a:xfrm>
            <a:off x="6121902" y="4424585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7A4EBEE-74D1-4830-32A1-189D99276322}"/>
                  </a:ext>
                </a:extLst>
              </p14:cNvPr>
              <p14:cNvContentPartPr/>
              <p14:nvPr/>
            </p14:nvContentPartPr>
            <p14:xfrm rot="20600765">
              <a:off x="6579546" y="3847061"/>
              <a:ext cx="651432" cy="42317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7A4EBEE-74D1-4830-32A1-189D992763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20600765">
                <a:off x="6543555" y="3811077"/>
                <a:ext cx="723054" cy="494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955103C2-E719-D6D1-5E55-21392D7B806B}"/>
                  </a:ext>
                </a:extLst>
              </p14:cNvPr>
              <p14:cNvContentPartPr/>
              <p14:nvPr/>
            </p14:nvContentPartPr>
            <p14:xfrm rot="716429">
              <a:off x="7318753" y="3816243"/>
              <a:ext cx="570545" cy="496111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955103C2-E719-D6D1-5E55-21392D7B80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716429">
                <a:off x="7282779" y="3780267"/>
                <a:ext cx="642133" cy="567704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CasetăText 43">
            <a:extLst>
              <a:ext uri="{FF2B5EF4-FFF2-40B4-BE49-F238E27FC236}">
                <a16:creationId xmlns:a16="http://schemas.microsoft.com/office/drawing/2014/main" id="{99C25F1A-14DD-11F7-4665-BD2429AEDAB8}"/>
              </a:ext>
            </a:extLst>
          </p:cNvPr>
          <p:cNvSpPr txBox="1"/>
          <p:nvPr/>
        </p:nvSpPr>
        <p:spPr>
          <a:xfrm>
            <a:off x="7711816" y="4415463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45" name="CasetăText 44">
            <a:extLst>
              <a:ext uri="{FF2B5EF4-FFF2-40B4-BE49-F238E27FC236}">
                <a16:creationId xmlns:a16="http://schemas.microsoft.com/office/drawing/2014/main" id="{63BB7FAF-579C-6601-58C2-EC0C07DBB8B7}"/>
              </a:ext>
            </a:extLst>
          </p:cNvPr>
          <p:cNvSpPr txBox="1"/>
          <p:nvPr/>
        </p:nvSpPr>
        <p:spPr>
          <a:xfrm>
            <a:off x="9191203" y="4415463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3485935D-1451-20AA-4DA2-F59AE1CAD657}"/>
                  </a:ext>
                </a:extLst>
              </p14:cNvPr>
              <p14:cNvContentPartPr/>
              <p14:nvPr/>
            </p14:nvContentPartPr>
            <p14:xfrm rot="20600765">
              <a:off x="9447354" y="3847062"/>
              <a:ext cx="651432" cy="42317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3485935D-1451-20AA-4DA2-F59AE1CAD6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20600765">
                <a:off x="9411363" y="3811078"/>
                <a:ext cx="723054" cy="494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9C8C7C6-46CC-CF95-A4E4-2CFE626685D2}"/>
                  </a:ext>
                </a:extLst>
              </p14:cNvPr>
              <p14:cNvContentPartPr/>
              <p14:nvPr/>
            </p14:nvContentPartPr>
            <p14:xfrm rot="716429">
              <a:off x="10186561" y="3816244"/>
              <a:ext cx="570545" cy="496111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9C8C7C6-46CC-CF95-A4E4-2CFE626685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716429">
                <a:off x="10150587" y="3780268"/>
                <a:ext cx="642133" cy="567704"/>
              </a:xfrm>
              <a:prstGeom prst="rect">
                <a:avLst/>
              </a:prstGeom>
            </p:spPr>
          </p:pic>
        </mc:Fallback>
      </mc:AlternateContent>
      <p:sp>
        <p:nvSpPr>
          <p:cNvPr id="48" name="CasetăText 47">
            <a:extLst>
              <a:ext uri="{FF2B5EF4-FFF2-40B4-BE49-F238E27FC236}">
                <a16:creationId xmlns:a16="http://schemas.microsoft.com/office/drawing/2014/main" id="{9A04509E-362C-CB2F-478D-3DE7BF7EB54C}"/>
              </a:ext>
            </a:extLst>
          </p:cNvPr>
          <p:cNvSpPr txBox="1"/>
          <p:nvPr/>
        </p:nvSpPr>
        <p:spPr>
          <a:xfrm>
            <a:off x="10660894" y="4415875"/>
            <a:ext cx="164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49" name="CasetăText 48">
            <a:extLst>
              <a:ext uri="{FF2B5EF4-FFF2-40B4-BE49-F238E27FC236}">
                <a16:creationId xmlns:a16="http://schemas.microsoft.com/office/drawing/2014/main" id="{1A756273-45F8-EB8E-6C05-0B1D638606EA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pic>
        <p:nvPicPr>
          <p:cNvPr id="50" name="Imagine 49">
            <a:extLst>
              <a:ext uri="{FF2B5EF4-FFF2-40B4-BE49-F238E27FC236}">
                <a16:creationId xmlns:a16="http://schemas.microsoft.com/office/drawing/2014/main" id="{5E6EA3A3-4BC1-4997-CB81-ED0E943915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pic>
        <p:nvPicPr>
          <p:cNvPr id="51" name="Imagine 50">
            <a:extLst>
              <a:ext uri="{FF2B5EF4-FFF2-40B4-BE49-F238E27FC236}">
                <a16:creationId xmlns:a16="http://schemas.microsoft.com/office/drawing/2014/main" id="{A8A61412-B58F-AD4F-1AFF-19CAB5275A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7921" y="5354974"/>
            <a:ext cx="2371999" cy="83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76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1DB4-C012-B62C-FEA1-CDF0BBF0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setăText 48">
            <a:extLst>
              <a:ext uri="{FF2B5EF4-FFF2-40B4-BE49-F238E27FC236}">
                <a16:creationId xmlns:a16="http://schemas.microsoft.com/office/drawing/2014/main" id="{3553A4E7-9FAE-5C18-CD33-DC472EFB5614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DEBFE31F-9125-65DB-8B53-8583F45890D4}"/>
              </a:ext>
            </a:extLst>
          </p:cNvPr>
          <p:cNvSpPr txBox="1"/>
          <p:nvPr/>
        </p:nvSpPr>
        <p:spPr>
          <a:xfrm>
            <a:off x="2112565" y="2102920"/>
            <a:ext cx="739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{3}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5F863929-9402-AF19-F91F-EE7836C8DF29}"/>
              </a:ext>
            </a:extLst>
          </p:cNvPr>
          <p:cNvSpPr txBox="1"/>
          <p:nvPr/>
        </p:nvSpPr>
        <p:spPr>
          <a:xfrm>
            <a:off x="715003" y="2109172"/>
            <a:ext cx="55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{}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8BCEF871-CDE6-3DA3-A259-1DC63708E154}"/>
              </a:ext>
            </a:extLst>
          </p:cNvPr>
          <p:cNvSpPr txBox="1"/>
          <p:nvPr/>
        </p:nvSpPr>
        <p:spPr>
          <a:xfrm>
            <a:off x="3617506" y="2104803"/>
            <a:ext cx="1003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{2}</a:t>
            </a:r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7F72FE0F-E4F3-AFB3-CD49-C881885A9D67}"/>
              </a:ext>
            </a:extLst>
          </p:cNvPr>
          <p:cNvSpPr txBox="1"/>
          <p:nvPr/>
        </p:nvSpPr>
        <p:spPr>
          <a:xfrm>
            <a:off x="4987095" y="2119836"/>
            <a:ext cx="1204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{2, 3}</a:t>
            </a:r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E1B09740-9ECA-ADF8-D9FC-F13E68996B11}"/>
              </a:ext>
            </a:extLst>
          </p:cNvPr>
          <p:cNvSpPr txBox="1"/>
          <p:nvPr/>
        </p:nvSpPr>
        <p:spPr>
          <a:xfrm>
            <a:off x="6631828" y="2103334"/>
            <a:ext cx="723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{1}</a:t>
            </a:r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id="{C66F3247-6860-4DF1-CED6-79705BECA700}"/>
              </a:ext>
            </a:extLst>
          </p:cNvPr>
          <p:cNvSpPr txBox="1"/>
          <p:nvPr/>
        </p:nvSpPr>
        <p:spPr>
          <a:xfrm>
            <a:off x="9497694" y="2102922"/>
            <a:ext cx="1072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{1,2}</a:t>
            </a: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37413F09-3C71-024E-0493-4530DE5B2B35}"/>
              </a:ext>
            </a:extLst>
          </p:cNvPr>
          <p:cNvSpPr txBox="1"/>
          <p:nvPr/>
        </p:nvSpPr>
        <p:spPr>
          <a:xfrm>
            <a:off x="10777462" y="2102921"/>
            <a:ext cx="1464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{1,2,3}</a:t>
            </a:r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A600796D-48FE-5FA7-C1A9-C15F1034F2C8}"/>
              </a:ext>
            </a:extLst>
          </p:cNvPr>
          <p:cNvSpPr txBox="1"/>
          <p:nvPr/>
        </p:nvSpPr>
        <p:spPr>
          <a:xfrm>
            <a:off x="7895273" y="2112457"/>
            <a:ext cx="120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{1, 3}</a:t>
            </a:r>
          </a:p>
        </p:txBody>
      </p:sp>
      <p:sp>
        <p:nvSpPr>
          <p:cNvPr id="20" name="CasetăText 19">
            <a:extLst>
              <a:ext uri="{FF2B5EF4-FFF2-40B4-BE49-F238E27FC236}">
                <a16:creationId xmlns:a16="http://schemas.microsoft.com/office/drawing/2014/main" id="{0D09248B-8413-5E0F-A1DF-597E01FF662E}"/>
              </a:ext>
            </a:extLst>
          </p:cNvPr>
          <p:cNvSpPr txBox="1"/>
          <p:nvPr/>
        </p:nvSpPr>
        <p:spPr>
          <a:xfrm>
            <a:off x="78659" y="3429000"/>
            <a:ext cx="1225099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b="1" noProof="0" dirty="0"/>
              <a:t>Observație</a:t>
            </a:r>
          </a:p>
          <a:p>
            <a:r>
              <a:rPr lang="ro-RO" noProof="0" dirty="0"/>
              <a:t>Generarea tututor submulțimilor are complexitate: </a:t>
            </a:r>
            <a:r>
              <a:rPr lang="ro-RO" b="1" noProof="0" dirty="0"/>
              <a:t>O(n</a:t>
            </a:r>
            <a:r>
              <a:rPr lang="ro-RO" noProof="0" dirty="0"/>
              <a:t>·</a:t>
            </a:r>
            <a:r>
              <a:rPr lang="ro-RO" b="1" noProof="0" dirty="0"/>
              <a:t>2</a:t>
            </a:r>
            <a:r>
              <a:rPr lang="ro-RO" b="1" baseline="30000" noProof="0" dirty="0"/>
              <a:t>n</a:t>
            </a:r>
            <a:r>
              <a:rPr lang="ro-RO" b="1" noProof="0" dirty="0"/>
              <a:t>)</a:t>
            </a:r>
          </a:p>
          <a:p>
            <a:endParaRPr lang="ro-RO" noProof="0" dirty="0"/>
          </a:p>
          <a:p>
            <a:r>
              <a:rPr lang="ro-RO" noProof="0" dirty="0"/>
              <a:t>Sistemul generează toate submulțimile unei mulțimi cu </a:t>
            </a:r>
            <a:r>
              <a:rPr lang="ro-RO" b="1" noProof="0" dirty="0"/>
              <a:t>n</a:t>
            </a:r>
            <a:r>
              <a:rPr lang="ro-RO" noProof="0" dirty="0"/>
              <a:t> elemente în </a:t>
            </a:r>
            <a:r>
              <a:rPr lang="ro-RO" b="1" noProof="0" dirty="0"/>
              <a:t>n</a:t>
            </a:r>
            <a:r>
              <a:rPr lang="ro-RO" noProof="0" dirty="0"/>
              <a:t> pași de simulare.</a:t>
            </a:r>
          </a:p>
        </p:txBody>
      </p:sp>
      <p:sp>
        <p:nvSpPr>
          <p:cNvPr id="21" name="CasetăText 8">
            <a:extLst>
              <a:ext uri="{FF2B5EF4-FFF2-40B4-BE49-F238E27FC236}">
                <a16:creationId xmlns:a16="http://schemas.microsoft.com/office/drawing/2014/main" id="{CDC7FC7F-BD58-33DF-6410-B930AA0575B3}"/>
              </a:ext>
            </a:extLst>
          </p:cNvPr>
          <p:cNvSpPr txBox="1"/>
          <p:nvPr/>
        </p:nvSpPr>
        <p:spPr>
          <a:xfrm>
            <a:off x="-75371" y="1613517"/>
            <a:ext cx="190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2" name="CasetăText 11">
            <a:extLst>
              <a:ext uri="{FF2B5EF4-FFF2-40B4-BE49-F238E27FC236}">
                <a16:creationId xmlns:a16="http://schemas.microsoft.com/office/drawing/2014/main" id="{22A8CFD3-6B58-0981-CD9B-B37770A30B31}"/>
              </a:ext>
            </a:extLst>
          </p:cNvPr>
          <p:cNvSpPr txBox="1"/>
          <p:nvPr/>
        </p:nvSpPr>
        <p:spPr>
          <a:xfrm>
            <a:off x="1565695" y="1613147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3" name="CasetăText 36">
            <a:extLst>
              <a:ext uri="{FF2B5EF4-FFF2-40B4-BE49-F238E27FC236}">
                <a16:creationId xmlns:a16="http://schemas.microsoft.com/office/drawing/2014/main" id="{9C48BB66-8BDE-23F8-17D7-00BFB88DEF7F}"/>
              </a:ext>
            </a:extLst>
          </p:cNvPr>
          <p:cNvSpPr txBox="1"/>
          <p:nvPr/>
        </p:nvSpPr>
        <p:spPr>
          <a:xfrm>
            <a:off x="3116311" y="1613890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4" name="CasetăText 39">
            <a:extLst>
              <a:ext uri="{FF2B5EF4-FFF2-40B4-BE49-F238E27FC236}">
                <a16:creationId xmlns:a16="http://schemas.microsoft.com/office/drawing/2014/main" id="{9F852D81-FB37-0CAA-241D-5663AEA05201}"/>
              </a:ext>
            </a:extLst>
          </p:cNvPr>
          <p:cNvSpPr txBox="1"/>
          <p:nvPr/>
        </p:nvSpPr>
        <p:spPr>
          <a:xfrm>
            <a:off x="4686991" y="1613146"/>
            <a:ext cx="17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5" name="CasetăText 40">
            <a:extLst>
              <a:ext uri="{FF2B5EF4-FFF2-40B4-BE49-F238E27FC236}">
                <a16:creationId xmlns:a16="http://schemas.microsoft.com/office/drawing/2014/main" id="{6C3DA32D-11A7-62E2-75C5-C22F9B77B666}"/>
              </a:ext>
            </a:extLst>
          </p:cNvPr>
          <p:cNvSpPr txBox="1"/>
          <p:nvPr/>
        </p:nvSpPr>
        <p:spPr>
          <a:xfrm>
            <a:off x="6150401" y="1613146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6" name="CasetăText 43">
            <a:extLst>
              <a:ext uri="{FF2B5EF4-FFF2-40B4-BE49-F238E27FC236}">
                <a16:creationId xmlns:a16="http://schemas.microsoft.com/office/drawing/2014/main" id="{41AC8EC1-7C7E-359D-BED6-6E9B9AED3A47}"/>
              </a:ext>
            </a:extLst>
          </p:cNvPr>
          <p:cNvSpPr txBox="1"/>
          <p:nvPr/>
        </p:nvSpPr>
        <p:spPr>
          <a:xfrm>
            <a:off x="7740315" y="1604024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7" name="CasetăText 44">
            <a:extLst>
              <a:ext uri="{FF2B5EF4-FFF2-40B4-BE49-F238E27FC236}">
                <a16:creationId xmlns:a16="http://schemas.microsoft.com/office/drawing/2014/main" id="{9A2A6FB0-6851-5C2E-774D-5E7F355B56BD}"/>
              </a:ext>
            </a:extLst>
          </p:cNvPr>
          <p:cNvSpPr txBox="1"/>
          <p:nvPr/>
        </p:nvSpPr>
        <p:spPr>
          <a:xfrm>
            <a:off x="9219702" y="1604024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8" name="CasetăText 47">
            <a:extLst>
              <a:ext uri="{FF2B5EF4-FFF2-40B4-BE49-F238E27FC236}">
                <a16:creationId xmlns:a16="http://schemas.microsoft.com/office/drawing/2014/main" id="{D9DE89CD-F84F-A8B0-E34E-11A5E734AB7F}"/>
              </a:ext>
            </a:extLst>
          </p:cNvPr>
          <p:cNvSpPr txBox="1"/>
          <p:nvPr/>
        </p:nvSpPr>
        <p:spPr>
          <a:xfrm>
            <a:off x="10689393" y="1604436"/>
            <a:ext cx="164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31644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C8DD-B9A1-1556-D66E-09260C8D9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setăText 48">
            <a:extLst>
              <a:ext uri="{FF2B5EF4-FFF2-40B4-BE49-F238E27FC236}">
                <a16:creationId xmlns:a16="http://schemas.microsoft.com/office/drawing/2014/main" id="{7E74FDC8-C9BA-CEE2-7E6C-E69CB8F24B51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pic>
        <p:nvPicPr>
          <p:cNvPr id="50" name="Imagine 49">
            <a:extLst>
              <a:ext uri="{FF2B5EF4-FFF2-40B4-BE49-F238E27FC236}">
                <a16:creationId xmlns:a16="http://schemas.microsoft.com/office/drawing/2014/main" id="{FC6A3E31-3270-83F2-E4D1-762039F4C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pic>
        <p:nvPicPr>
          <p:cNvPr id="51" name="Imagine 50">
            <a:extLst>
              <a:ext uri="{FF2B5EF4-FFF2-40B4-BE49-F238E27FC236}">
                <a16:creationId xmlns:a16="http://schemas.microsoft.com/office/drawing/2014/main" id="{593158B2-F863-B47B-34B9-16AF9A695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921" y="5354974"/>
            <a:ext cx="2371999" cy="830199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CD260F6D-631C-5E25-C942-3C1A0D84D6E1}"/>
              </a:ext>
            </a:extLst>
          </p:cNvPr>
          <p:cNvSpPr txBox="1"/>
          <p:nvPr/>
        </p:nvSpPr>
        <p:spPr>
          <a:xfrm>
            <a:off x="113974" y="5090792"/>
            <a:ext cx="624749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Configurația :</a:t>
            </a:r>
          </a:p>
          <a:p>
            <a:pPr lvl="1"/>
            <a:r>
              <a:rPr lang="ro-RO" noProof="0" dirty="0"/>
              <a:t>c1, c2, c3, c4, c5, c6, c7, c8, c9: Ø</a:t>
            </a:r>
            <a:endParaRPr lang="ro-RO" baseline="-25000" noProof="0" dirty="0"/>
          </a:p>
          <a:p>
            <a:r>
              <a:rPr lang="ro-RO" noProof="0" dirty="0"/>
              <a:t>Celule selectate pentru reguli de comunicare: c1, c2, …, c9</a:t>
            </a:r>
          </a:p>
          <a:p>
            <a:r>
              <a:rPr lang="ro-RO" noProof="0" dirty="0"/>
              <a:t>Celule selectate pentru reguli de diviziune: Ø</a:t>
            </a:r>
          </a:p>
          <a:p>
            <a:r>
              <a:rPr lang="ro-RO" noProof="0" dirty="0"/>
              <a:t>R</a:t>
            </a:r>
            <a:r>
              <a:rPr lang="ro-RO" baseline="-25000" noProof="0" dirty="0"/>
              <a:t>sel</a:t>
            </a:r>
            <a:r>
              <a:rPr lang="ro-RO" noProof="0" dirty="0"/>
              <a:t>={(c1&lt;-&gt;c9), (c2&lt;-&gt;c9), …, (c8&lt;-&gt;c9)}</a:t>
            </a:r>
            <a:endParaRPr lang="ro-RO" baseline="-25000" noProof="0" dirty="0"/>
          </a:p>
          <a:p>
            <a:pPr lvl="1"/>
            <a:endParaRPr lang="ro-RO" baseline="-25000" noProof="0" dirty="0"/>
          </a:p>
        </p:txBody>
      </p:sp>
      <p:sp>
        <p:nvSpPr>
          <p:cNvPr id="2" name="CasetăText 8">
            <a:extLst>
              <a:ext uri="{FF2B5EF4-FFF2-40B4-BE49-F238E27FC236}">
                <a16:creationId xmlns:a16="http://schemas.microsoft.com/office/drawing/2014/main" id="{F1BB7754-937C-1FA4-6CC6-5BDE10B5F5B4}"/>
              </a:ext>
            </a:extLst>
          </p:cNvPr>
          <p:cNvSpPr txBox="1"/>
          <p:nvPr/>
        </p:nvSpPr>
        <p:spPr>
          <a:xfrm>
            <a:off x="-101443" y="1467966"/>
            <a:ext cx="190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3" name="CasetăText 11">
            <a:extLst>
              <a:ext uri="{FF2B5EF4-FFF2-40B4-BE49-F238E27FC236}">
                <a16:creationId xmlns:a16="http://schemas.microsoft.com/office/drawing/2014/main" id="{AC17CF83-5A06-B339-D06F-894FEBA10F6A}"/>
              </a:ext>
            </a:extLst>
          </p:cNvPr>
          <p:cNvSpPr txBox="1"/>
          <p:nvPr/>
        </p:nvSpPr>
        <p:spPr>
          <a:xfrm>
            <a:off x="1539623" y="1467596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5" name="CasetăText 36">
            <a:extLst>
              <a:ext uri="{FF2B5EF4-FFF2-40B4-BE49-F238E27FC236}">
                <a16:creationId xmlns:a16="http://schemas.microsoft.com/office/drawing/2014/main" id="{1F9DE98C-7676-C8E6-C6A5-298C0E99D6CD}"/>
              </a:ext>
            </a:extLst>
          </p:cNvPr>
          <p:cNvSpPr txBox="1"/>
          <p:nvPr/>
        </p:nvSpPr>
        <p:spPr>
          <a:xfrm>
            <a:off x="3090239" y="1468339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6" name="CasetăText 39">
            <a:extLst>
              <a:ext uri="{FF2B5EF4-FFF2-40B4-BE49-F238E27FC236}">
                <a16:creationId xmlns:a16="http://schemas.microsoft.com/office/drawing/2014/main" id="{E37E26EB-647F-CCE0-EF08-531D64890C8F}"/>
              </a:ext>
            </a:extLst>
          </p:cNvPr>
          <p:cNvSpPr txBox="1"/>
          <p:nvPr/>
        </p:nvSpPr>
        <p:spPr>
          <a:xfrm>
            <a:off x="4660919" y="1467595"/>
            <a:ext cx="17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7" name="CasetăText 40">
            <a:extLst>
              <a:ext uri="{FF2B5EF4-FFF2-40B4-BE49-F238E27FC236}">
                <a16:creationId xmlns:a16="http://schemas.microsoft.com/office/drawing/2014/main" id="{4E2F905B-A5C4-C188-CEFB-78272E6A031E}"/>
              </a:ext>
            </a:extLst>
          </p:cNvPr>
          <p:cNvSpPr txBox="1"/>
          <p:nvPr/>
        </p:nvSpPr>
        <p:spPr>
          <a:xfrm>
            <a:off x="6124329" y="1467595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8" name="CasetăText 43">
            <a:extLst>
              <a:ext uri="{FF2B5EF4-FFF2-40B4-BE49-F238E27FC236}">
                <a16:creationId xmlns:a16="http://schemas.microsoft.com/office/drawing/2014/main" id="{CDB5012A-75A2-7CA6-70C6-28D96FA50277}"/>
              </a:ext>
            </a:extLst>
          </p:cNvPr>
          <p:cNvSpPr txBox="1"/>
          <p:nvPr/>
        </p:nvSpPr>
        <p:spPr>
          <a:xfrm>
            <a:off x="7714243" y="1458473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10" name="CasetăText 44">
            <a:extLst>
              <a:ext uri="{FF2B5EF4-FFF2-40B4-BE49-F238E27FC236}">
                <a16:creationId xmlns:a16="http://schemas.microsoft.com/office/drawing/2014/main" id="{28F1D045-0991-B567-86C0-123D1BA07816}"/>
              </a:ext>
            </a:extLst>
          </p:cNvPr>
          <p:cNvSpPr txBox="1"/>
          <p:nvPr/>
        </p:nvSpPr>
        <p:spPr>
          <a:xfrm>
            <a:off x="9193630" y="1458473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11" name="CasetăText 47">
            <a:extLst>
              <a:ext uri="{FF2B5EF4-FFF2-40B4-BE49-F238E27FC236}">
                <a16:creationId xmlns:a16="http://schemas.microsoft.com/office/drawing/2014/main" id="{F8E834E9-0ABE-4E6A-C2B5-9936E1E6D778}"/>
              </a:ext>
            </a:extLst>
          </p:cNvPr>
          <p:cNvSpPr txBox="1"/>
          <p:nvPr/>
        </p:nvSpPr>
        <p:spPr>
          <a:xfrm>
            <a:off x="10663321" y="1458885"/>
            <a:ext cx="164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36597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9DCD-84A3-BC78-BA15-A7922E5F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setăText 48">
            <a:extLst>
              <a:ext uri="{FF2B5EF4-FFF2-40B4-BE49-F238E27FC236}">
                <a16:creationId xmlns:a16="http://schemas.microsoft.com/office/drawing/2014/main" id="{4F7883C0-9864-7665-F8D6-414720B4AC18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pic>
        <p:nvPicPr>
          <p:cNvPr id="50" name="Imagine 49">
            <a:extLst>
              <a:ext uri="{FF2B5EF4-FFF2-40B4-BE49-F238E27FC236}">
                <a16:creationId xmlns:a16="http://schemas.microsoft.com/office/drawing/2014/main" id="{5A4BDCEB-4006-D50A-180C-E61FB3596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pic>
        <p:nvPicPr>
          <p:cNvPr id="51" name="Imagine 50">
            <a:extLst>
              <a:ext uri="{FF2B5EF4-FFF2-40B4-BE49-F238E27FC236}">
                <a16:creationId xmlns:a16="http://schemas.microsoft.com/office/drawing/2014/main" id="{D9236692-5310-9153-51BC-C4A10450E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921" y="5354974"/>
            <a:ext cx="2371999" cy="830199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41034040-C7AE-CC6A-5D50-DA4DC35D9B1E}"/>
              </a:ext>
            </a:extLst>
          </p:cNvPr>
          <p:cNvSpPr txBox="1"/>
          <p:nvPr/>
        </p:nvSpPr>
        <p:spPr>
          <a:xfrm>
            <a:off x="113974" y="5090792"/>
            <a:ext cx="624749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noProof="0" dirty="0"/>
              <a:t>Configurația :</a:t>
            </a:r>
          </a:p>
          <a:p>
            <a:pPr lvl="1"/>
            <a:r>
              <a:rPr lang="ro-RO" noProof="0" dirty="0"/>
              <a:t>c1, c2, c3, c4, c5, c6, c7, c8, c9: Ø</a:t>
            </a:r>
            <a:endParaRPr lang="ro-RO" baseline="-25000" noProof="0" dirty="0"/>
          </a:p>
          <a:p>
            <a:r>
              <a:rPr lang="ro-RO" noProof="0" dirty="0"/>
              <a:t>Celule selectate pentru reguli de comunicare: c1, c2, …, c9</a:t>
            </a:r>
          </a:p>
          <a:p>
            <a:r>
              <a:rPr lang="ro-RO" noProof="0" dirty="0"/>
              <a:t>Celule selectate pentru reguli de diviziune: Ø</a:t>
            </a:r>
          </a:p>
          <a:p>
            <a:r>
              <a:rPr lang="ro-RO" noProof="0" dirty="0"/>
              <a:t>R</a:t>
            </a:r>
            <a:r>
              <a:rPr lang="ro-RO" baseline="-25000" noProof="0" dirty="0"/>
              <a:t>sel</a:t>
            </a:r>
            <a:r>
              <a:rPr lang="ro-RO" noProof="0" dirty="0"/>
              <a:t>={(c1&lt;-&gt;c9), (c2&lt;-&gt;c9), …, (c8&lt;-&gt;c9)}</a:t>
            </a:r>
            <a:endParaRPr lang="ro-RO" baseline="-25000" noProof="0" dirty="0"/>
          </a:p>
          <a:p>
            <a:pPr lvl="1"/>
            <a:endParaRPr lang="ro-RO" baseline="-25000" noProof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4C5D304E-CCF1-B29D-9C38-61D011AA1CB1}"/>
                  </a:ext>
                </a:extLst>
              </p14:cNvPr>
              <p14:cNvContentPartPr/>
              <p14:nvPr/>
            </p14:nvContentPartPr>
            <p14:xfrm rot="21108813">
              <a:off x="1435334" y="2032307"/>
              <a:ext cx="1643611" cy="1429182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4C5D304E-CCF1-B29D-9C38-61D011AA1C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21108813">
                <a:off x="1399345" y="1996317"/>
                <a:ext cx="1715229" cy="1500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B8D25CD4-CD86-011A-62D2-05D6F20E824A}"/>
                  </a:ext>
                </a:extLst>
              </p14:cNvPr>
              <p14:cNvContentPartPr/>
              <p14:nvPr/>
            </p14:nvContentPartPr>
            <p14:xfrm rot="716429">
              <a:off x="4208926" y="2254410"/>
              <a:ext cx="720327" cy="626352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B8D25CD4-CD86-011A-62D2-05D6F20E82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716429">
                <a:off x="4172946" y="2218433"/>
                <a:ext cx="791928" cy="697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83FE697-FBCB-87F4-D018-645759FD4932}"/>
                  </a:ext>
                </a:extLst>
              </p14:cNvPr>
              <p14:cNvContentPartPr/>
              <p14:nvPr/>
            </p14:nvContentPartPr>
            <p14:xfrm rot="2104523">
              <a:off x="5474776" y="2254412"/>
              <a:ext cx="720327" cy="626352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83FE697-FBCB-87F4-D018-645759FD49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2104523">
                <a:off x="5438796" y="2218435"/>
                <a:ext cx="791928" cy="697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D26D4235-CE82-81FE-3FF9-0704298BF1EF}"/>
                  </a:ext>
                </a:extLst>
              </p14:cNvPr>
              <p14:cNvContentPartPr/>
              <p14:nvPr/>
            </p14:nvContentPartPr>
            <p14:xfrm rot="4624937">
              <a:off x="6583179" y="2254411"/>
              <a:ext cx="720327" cy="626352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D26D4235-CE82-81FE-3FF9-0704298BF1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4624937">
                <a:off x="6547199" y="2218434"/>
                <a:ext cx="791928" cy="697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FDD8BDF-B382-A1F0-9371-85CBD36139D5}"/>
                  </a:ext>
                </a:extLst>
              </p14:cNvPr>
              <p14:cNvContentPartPr/>
              <p14:nvPr/>
            </p14:nvContentPartPr>
            <p14:xfrm rot="5400000">
              <a:off x="7690422" y="2210393"/>
              <a:ext cx="979051" cy="851322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FDD8BDF-B382-A1F0-9371-85CBD36139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7654441" y="2174412"/>
                <a:ext cx="1050654" cy="922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C388D7C8-0327-5A92-785F-4E7FD96120CE}"/>
                  </a:ext>
                </a:extLst>
              </p14:cNvPr>
              <p14:cNvContentPartPr/>
              <p14:nvPr/>
            </p14:nvContentPartPr>
            <p14:xfrm rot="6663678">
              <a:off x="8317391" y="1881816"/>
              <a:ext cx="1609251" cy="1399306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C388D7C8-0327-5A92-785F-4E7FD96120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6663678">
                <a:off x="8281406" y="1845826"/>
                <a:ext cx="1680861" cy="1470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51DF51C-581C-773C-97BB-07FC351FF2EF}"/>
                  </a:ext>
                </a:extLst>
              </p14:cNvPr>
              <p14:cNvContentPartPr/>
              <p14:nvPr/>
            </p14:nvContentPartPr>
            <p14:xfrm rot="6953003">
              <a:off x="8807610" y="1657534"/>
              <a:ext cx="2387980" cy="2076441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51DF51C-581C-773C-97BB-07FC351FF2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6953003">
                <a:off x="8771619" y="1621541"/>
                <a:ext cx="2459601" cy="21480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DA275477-634C-C167-7EA3-44CD16870488}"/>
                  </a:ext>
                </a:extLst>
              </p14:cNvPr>
              <p14:cNvContentPartPr/>
              <p14:nvPr/>
            </p14:nvContentPartPr>
            <p14:xfrm rot="319505">
              <a:off x="2741299" y="2213065"/>
              <a:ext cx="968079" cy="841782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DA275477-634C-C167-7EA3-44CD168704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319505">
                <a:off x="2705311" y="2177076"/>
                <a:ext cx="1039695" cy="9134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asetăText 14">
            <a:extLst>
              <a:ext uri="{FF2B5EF4-FFF2-40B4-BE49-F238E27FC236}">
                <a16:creationId xmlns:a16="http://schemas.microsoft.com/office/drawing/2014/main" id="{922426B6-76F9-9483-B7DA-7F98DF622E18}"/>
              </a:ext>
            </a:extLst>
          </p:cNvPr>
          <p:cNvSpPr txBox="1"/>
          <p:nvPr/>
        </p:nvSpPr>
        <p:spPr>
          <a:xfrm>
            <a:off x="3519681" y="3253965"/>
            <a:ext cx="481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  <a:r>
              <a:rPr lang="ro-RO" noProof="0" dirty="0"/>
              <a:t> </a:t>
            </a:r>
          </a:p>
        </p:txBody>
      </p:sp>
      <p:sp>
        <p:nvSpPr>
          <p:cNvPr id="2" name="CasetăText 8">
            <a:extLst>
              <a:ext uri="{FF2B5EF4-FFF2-40B4-BE49-F238E27FC236}">
                <a16:creationId xmlns:a16="http://schemas.microsoft.com/office/drawing/2014/main" id="{E8B44370-129F-5A88-7546-10CB4D3AF484}"/>
              </a:ext>
            </a:extLst>
          </p:cNvPr>
          <p:cNvSpPr txBox="1"/>
          <p:nvPr/>
        </p:nvSpPr>
        <p:spPr>
          <a:xfrm>
            <a:off x="-101443" y="1418253"/>
            <a:ext cx="190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u="sng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3" name="CasetăText 11">
            <a:extLst>
              <a:ext uri="{FF2B5EF4-FFF2-40B4-BE49-F238E27FC236}">
                <a16:creationId xmlns:a16="http://schemas.microsoft.com/office/drawing/2014/main" id="{7126F2B5-728C-8EA0-3BAE-14FA0D73EDF3}"/>
              </a:ext>
            </a:extLst>
          </p:cNvPr>
          <p:cNvSpPr txBox="1"/>
          <p:nvPr/>
        </p:nvSpPr>
        <p:spPr>
          <a:xfrm>
            <a:off x="1539623" y="1417883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rgbClr val="00B050"/>
                </a:solidFill>
              </a:rPr>
              <a:t>t</a:t>
            </a:r>
            <a:r>
              <a:rPr lang="ro-RO" sz="3600" u="sng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16" name="CasetăText 36">
            <a:extLst>
              <a:ext uri="{FF2B5EF4-FFF2-40B4-BE49-F238E27FC236}">
                <a16:creationId xmlns:a16="http://schemas.microsoft.com/office/drawing/2014/main" id="{AF60DB01-B7F1-0817-531E-5C0D5813CF11}"/>
              </a:ext>
            </a:extLst>
          </p:cNvPr>
          <p:cNvSpPr txBox="1"/>
          <p:nvPr/>
        </p:nvSpPr>
        <p:spPr>
          <a:xfrm>
            <a:off x="3090239" y="1418626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u="sng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17" name="CasetăText 39">
            <a:extLst>
              <a:ext uri="{FF2B5EF4-FFF2-40B4-BE49-F238E27FC236}">
                <a16:creationId xmlns:a16="http://schemas.microsoft.com/office/drawing/2014/main" id="{496A762E-021E-ED95-7421-BFD7050B853B}"/>
              </a:ext>
            </a:extLst>
          </p:cNvPr>
          <p:cNvSpPr txBox="1"/>
          <p:nvPr/>
        </p:nvSpPr>
        <p:spPr>
          <a:xfrm>
            <a:off x="4660919" y="1417882"/>
            <a:ext cx="17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rgbClr val="00B050"/>
                </a:solidFill>
              </a:rPr>
              <a:t>t</a:t>
            </a:r>
            <a:r>
              <a:rPr lang="ro-RO" sz="3600" u="sng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18" name="CasetăText 40">
            <a:extLst>
              <a:ext uri="{FF2B5EF4-FFF2-40B4-BE49-F238E27FC236}">
                <a16:creationId xmlns:a16="http://schemas.microsoft.com/office/drawing/2014/main" id="{65B07C53-05A3-236F-2695-722543973499}"/>
              </a:ext>
            </a:extLst>
          </p:cNvPr>
          <p:cNvSpPr txBox="1"/>
          <p:nvPr/>
        </p:nvSpPr>
        <p:spPr>
          <a:xfrm>
            <a:off x="6124329" y="1417882"/>
            <a:ext cx="183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u="sng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19" name="CasetăText 43">
            <a:extLst>
              <a:ext uri="{FF2B5EF4-FFF2-40B4-BE49-F238E27FC236}">
                <a16:creationId xmlns:a16="http://schemas.microsoft.com/office/drawing/2014/main" id="{62CF24F7-C100-5AB4-7C32-4974F4F0A21C}"/>
              </a:ext>
            </a:extLst>
          </p:cNvPr>
          <p:cNvSpPr txBox="1"/>
          <p:nvPr/>
        </p:nvSpPr>
        <p:spPr>
          <a:xfrm>
            <a:off x="7714243" y="1408760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chemeClr val="bg2"/>
                </a:solidFill>
              </a:rPr>
              <a:t>s</a:t>
            </a:r>
            <a:r>
              <a:rPr lang="ro-RO" sz="3600" baseline="-25000" noProof="0" dirty="0">
                <a:solidFill>
                  <a:schemeClr val="bg2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rgbClr val="00B050"/>
                </a:solidFill>
              </a:rPr>
              <a:t>t</a:t>
            </a:r>
            <a:r>
              <a:rPr lang="ro-RO" sz="3600" u="sng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0" name="CasetăText 44">
            <a:extLst>
              <a:ext uri="{FF2B5EF4-FFF2-40B4-BE49-F238E27FC236}">
                <a16:creationId xmlns:a16="http://schemas.microsoft.com/office/drawing/2014/main" id="{3DB10309-DD7E-92FA-7835-EB8671650A39}"/>
              </a:ext>
            </a:extLst>
          </p:cNvPr>
          <p:cNvSpPr txBox="1"/>
          <p:nvPr/>
        </p:nvSpPr>
        <p:spPr>
          <a:xfrm>
            <a:off x="9193630" y="1408760"/>
            <a:ext cx="172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u="sng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  <p:sp>
        <p:nvSpPr>
          <p:cNvPr id="21" name="CasetăText 47">
            <a:extLst>
              <a:ext uri="{FF2B5EF4-FFF2-40B4-BE49-F238E27FC236}">
                <a16:creationId xmlns:a16="http://schemas.microsoft.com/office/drawing/2014/main" id="{9BD1A570-8FD5-F8D1-B29C-4ABA98977A95}"/>
              </a:ext>
            </a:extLst>
          </p:cNvPr>
          <p:cNvSpPr txBox="1"/>
          <p:nvPr/>
        </p:nvSpPr>
        <p:spPr>
          <a:xfrm>
            <a:off x="10663321" y="1409172"/>
            <a:ext cx="164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1</a:t>
            </a:r>
            <a:r>
              <a:rPr lang="ro-RO" sz="3600" noProof="0" dirty="0"/>
              <a:t>,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2</a:t>
            </a:r>
            <a:r>
              <a:rPr lang="ro-RO" sz="3600" noProof="0" dirty="0"/>
              <a:t>,</a:t>
            </a:r>
            <a:r>
              <a:rPr lang="ro-RO" sz="3600" u="sng" noProof="0" dirty="0">
                <a:solidFill>
                  <a:srgbClr val="00B050"/>
                </a:solidFill>
              </a:rPr>
              <a:t>t</a:t>
            </a:r>
            <a:r>
              <a:rPr lang="ro-RO" sz="3600" u="sng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151171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A590D881-8BC3-3B3F-93ED-784261C5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111" y="1725111"/>
            <a:ext cx="3005593" cy="3387497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0" dirty="0">
                <a:solidFill>
                  <a:srgbClr val="FFFFFF"/>
                </a:solidFill>
              </a:rPr>
              <a:t>Extinderea modelului pentru a calcula cardinalul mulțimii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4CF2D34-0D66-090A-339A-E20D7479B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ro-RO" sz="2000" noProof="0" dirty="0"/>
              <a:t>!tissue_evolution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2000" noProof="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2000" noProof="0" dirty="0"/>
              <a:t>   ?[a -&gt; v]'h;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2000" noProof="0" dirty="0"/>
              <a:t>   ?[a -&gt;  ]'h;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2000" noProof="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ro-RO" sz="2000" noProof="0" dirty="0"/>
          </a:p>
          <a:p>
            <a:pPr marL="0" indent="0">
              <a:lnSpc>
                <a:spcPct val="70000"/>
              </a:lnSpc>
              <a:buNone/>
            </a:pPr>
            <a:r>
              <a:rPr lang="ro-RO" sz="2000" noProof="0" dirty="0"/>
              <a:t>@model(tissue_psystems_extended) =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ro-RO" sz="2000" noProof="0" dirty="0"/>
              <a:t>       tissue_communication, @1{tissue_division}, tissue_evolution;</a:t>
            </a:r>
          </a:p>
        </p:txBody>
      </p:sp>
    </p:spTree>
    <p:extLst>
      <p:ext uri="{BB962C8B-B14F-4D97-AF65-F5344CB8AC3E}">
        <p14:creationId xmlns:p14="http://schemas.microsoft.com/office/powerpoint/2010/main" val="3315284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C960-7BD1-2F43-23B3-2D5BC107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setăText 48">
            <a:extLst>
              <a:ext uri="{FF2B5EF4-FFF2-40B4-BE49-F238E27FC236}">
                <a16:creationId xmlns:a16="http://schemas.microsoft.com/office/drawing/2014/main" id="{68AE87B1-6203-5365-C8EA-99CFCB4D9582}"/>
              </a:ext>
            </a:extLst>
          </p:cNvPr>
          <p:cNvSpPr txBox="1"/>
          <p:nvPr/>
        </p:nvSpPr>
        <p:spPr>
          <a:xfrm>
            <a:off x="0" y="0"/>
            <a:ext cx="1174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noProof="0" dirty="0"/>
              <a:t>Notație:</a:t>
            </a:r>
          </a:p>
          <a:p>
            <a:r>
              <a:rPr lang="ro-RO" sz="2000" noProof="0" dirty="0"/>
              <a:t>i = p{i}</a:t>
            </a:r>
          </a:p>
          <a:p>
            <a:r>
              <a:rPr lang="ro-RO" sz="2000" noProof="0" dirty="0">
                <a:solidFill>
                  <a:srgbClr val="00B050"/>
                </a:solidFill>
              </a:rPr>
              <a:t>i</a:t>
            </a:r>
            <a:r>
              <a:rPr lang="ro-RO" sz="2000" noProof="0" dirty="0"/>
              <a:t> = take{i}</a:t>
            </a:r>
          </a:p>
          <a:p>
            <a:r>
              <a:rPr lang="ro-RO" sz="2000" noProof="0" dirty="0">
                <a:solidFill>
                  <a:schemeClr val="bg2"/>
                </a:solidFill>
              </a:rPr>
              <a:t>i</a:t>
            </a:r>
            <a:r>
              <a:rPr lang="ro-RO" sz="2000" noProof="0" dirty="0"/>
              <a:t> = skip{i}</a:t>
            </a:r>
          </a:p>
        </p:txBody>
      </p:sp>
      <p:pic>
        <p:nvPicPr>
          <p:cNvPr id="50" name="Imagine 49">
            <a:extLst>
              <a:ext uri="{FF2B5EF4-FFF2-40B4-BE49-F238E27FC236}">
                <a16:creationId xmlns:a16="http://schemas.microsoft.com/office/drawing/2014/main" id="{2C8951C3-D3C3-DFE5-0D2A-F2FD402A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21" y="6320207"/>
            <a:ext cx="4414079" cy="405057"/>
          </a:xfrm>
          <a:prstGeom prst="rect">
            <a:avLst/>
          </a:prstGeom>
        </p:spPr>
      </p:pic>
      <p:pic>
        <p:nvPicPr>
          <p:cNvPr id="51" name="Imagine 50">
            <a:extLst>
              <a:ext uri="{FF2B5EF4-FFF2-40B4-BE49-F238E27FC236}">
                <a16:creationId xmlns:a16="http://schemas.microsoft.com/office/drawing/2014/main" id="{F74CE3C5-0FE8-224E-26F2-39DF41AE1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921" y="5354974"/>
            <a:ext cx="2371999" cy="830199"/>
          </a:xfrm>
          <a:prstGeom prst="rect">
            <a:avLst/>
          </a:prstGeom>
        </p:spPr>
      </p:pic>
      <p:pic>
        <p:nvPicPr>
          <p:cNvPr id="16" name="Imagine 15">
            <a:extLst>
              <a:ext uri="{FF2B5EF4-FFF2-40B4-BE49-F238E27FC236}">
                <a16:creationId xmlns:a16="http://schemas.microsoft.com/office/drawing/2014/main" id="{99A74F1E-088E-ACFD-A212-49B399385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921" y="4528133"/>
            <a:ext cx="2113037" cy="826841"/>
          </a:xfrm>
          <a:prstGeom prst="rect">
            <a:avLst/>
          </a:prstGeom>
        </p:spPr>
      </p:pic>
      <p:sp>
        <p:nvSpPr>
          <p:cNvPr id="17" name="CasetăText 16">
            <a:extLst>
              <a:ext uri="{FF2B5EF4-FFF2-40B4-BE49-F238E27FC236}">
                <a16:creationId xmlns:a16="http://schemas.microsoft.com/office/drawing/2014/main" id="{7D7C5EC1-5285-4BDF-274D-D2BB8411E068}"/>
              </a:ext>
            </a:extLst>
          </p:cNvPr>
          <p:cNvSpPr txBox="1"/>
          <p:nvPr/>
        </p:nvSpPr>
        <p:spPr>
          <a:xfrm>
            <a:off x="3870475" y="2501339"/>
            <a:ext cx="596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[a, a, a, a, a, a, a, a] = [a*8]</a:t>
            </a:r>
            <a:r>
              <a:rPr lang="ro-RO" noProof="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AB063DC-1821-9EEB-7194-C61AF90ABBA7}"/>
                  </a:ext>
                </a:extLst>
              </p14:cNvPr>
              <p14:cNvContentPartPr/>
              <p14:nvPr/>
            </p14:nvContentPartPr>
            <p14:xfrm rot="2094750">
              <a:off x="3660528" y="1652191"/>
              <a:ext cx="748159" cy="650553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AB063DC-1821-9EEB-7194-C61AF90ABB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2094750">
                <a:off x="3624542" y="1616209"/>
                <a:ext cx="819772" cy="722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5948879-3633-5666-0A5D-F1EA3B6DFE8C}"/>
                  </a:ext>
                </a:extLst>
              </p14:cNvPr>
              <p14:cNvContentPartPr/>
              <p14:nvPr/>
            </p14:nvContentPartPr>
            <p14:xfrm rot="2328157">
              <a:off x="4204987" y="1671805"/>
              <a:ext cx="743647" cy="64663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5948879-3633-5666-0A5D-F1EA3B6DFE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2328157">
                <a:off x="4169010" y="1635821"/>
                <a:ext cx="815241" cy="7182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24D7E37-0975-C96E-1DFF-082950EDC967}"/>
                  </a:ext>
                </a:extLst>
              </p14:cNvPr>
              <p14:cNvContentPartPr/>
              <p14:nvPr/>
            </p14:nvContentPartPr>
            <p14:xfrm rot="2514213">
              <a:off x="4722110" y="1663791"/>
              <a:ext cx="730376" cy="635091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24D7E37-0975-C96E-1DFF-082950EDC9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 rot="2514213">
                <a:off x="4686131" y="1627809"/>
                <a:ext cx="801974" cy="7066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F14B59C-CFD3-41C8-A436-C64DDD60312B}"/>
                  </a:ext>
                </a:extLst>
              </p14:cNvPr>
              <p14:cNvContentPartPr/>
              <p14:nvPr/>
            </p14:nvContentPartPr>
            <p14:xfrm rot="2884801">
              <a:off x="5244900" y="1667655"/>
              <a:ext cx="727714" cy="632775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F14B59C-CFD3-41C8-A436-C64DDD6031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 rot="2884801">
                <a:off x="5208910" y="1631681"/>
                <a:ext cx="799334" cy="704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AE2EC48-4271-C60C-884A-3D6D6D3F10F6}"/>
                  </a:ext>
                </a:extLst>
              </p14:cNvPr>
              <p14:cNvContentPartPr/>
              <p14:nvPr/>
            </p14:nvContentPartPr>
            <p14:xfrm rot="2884801">
              <a:off x="5733783" y="1669188"/>
              <a:ext cx="723575" cy="629176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AE2EC48-4271-C60C-884A-3D6D6D3F10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884801">
                <a:off x="5697802" y="1633215"/>
                <a:ext cx="795177" cy="700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0D1D761B-CCC7-D9DB-0816-3F0E8D9717E6}"/>
                  </a:ext>
                </a:extLst>
              </p14:cNvPr>
              <p14:cNvContentPartPr/>
              <p14:nvPr/>
            </p14:nvContentPartPr>
            <p14:xfrm rot="3195121">
              <a:off x="6302560" y="1681777"/>
              <a:ext cx="715402" cy="62207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0D1D761B-CCC7-D9DB-0816-3F0E8D9717E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 rot="3195121">
                <a:off x="6266574" y="1645798"/>
                <a:ext cx="787014" cy="6936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D58BF221-BD85-802C-9E32-938E49349A26}"/>
                  </a:ext>
                </a:extLst>
              </p14:cNvPr>
              <p14:cNvContentPartPr/>
              <p14:nvPr/>
            </p14:nvContentPartPr>
            <p14:xfrm rot="3453175">
              <a:off x="6796098" y="1660764"/>
              <a:ext cx="736715" cy="640602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D58BF221-BD85-802C-9E32-938E49349A2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 rot="3453175">
                <a:off x="6760108" y="1624795"/>
                <a:ext cx="808335" cy="712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7A08032A-C766-777C-FEA0-382CB79EF12E}"/>
                  </a:ext>
                </a:extLst>
              </p14:cNvPr>
              <p14:cNvContentPartPr/>
              <p14:nvPr/>
            </p14:nvContentPartPr>
            <p14:xfrm rot="3720643">
              <a:off x="7252691" y="1664583"/>
              <a:ext cx="743885" cy="646837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7A08032A-C766-777C-FEA0-382CB79EF12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 rot="3720643">
                <a:off x="7216702" y="1628608"/>
                <a:ext cx="815502" cy="718428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setăText 14">
            <a:extLst>
              <a:ext uri="{FF2B5EF4-FFF2-40B4-BE49-F238E27FC236}">
                <a16:creationId xmlns:a16="http://schemas.microsoft.com/office/drawing/2014/main" id="{CAFA5EEF-3355-E7F8-2DB7-85E1913386C6}"/>
              </a:ext>
            </a:extLst>
          </p:cNvPr>
          <p:cNvSpPr txBox="1"/>
          <p:nvPr/>
        </p:nvSpPr>
        <p:spPr>
          <a:xfrm>
            <a:off x="3349084" y="797710"/>
            <a:ext cx="481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noProof="0" dirty="0"/>
              <a:t>[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chemeClr val="bg2">
                    <a:lumMod val="90000"/>
                  </a:schemeClr>
                </a:solidFill>
              </a:rPr>
              <a:t>s</a:t>
            </a:r>
            <a:r>
              <a:rPr lang="ro-RO" sz="3600" baseline="-25000" noProof="0" dirty="0">
                <a:solidFill>
                  <a:schemeClr val="bg2">
                    <a:lumMod val="90000"/>
                  </a:schemeClr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, </a:t>
            </a:r>
            <a:r>
              <a:rPr lang="ro-RO" sz="3600" noProof="0" dirty="0">
                <a:solidFill>
                  <a:srgbClr val="00B050"/>
                </a:solidFill>
              </a:rPr>
              <a:t>t</a:t>
            </a:r>
            <a:r>
              <a:rPr lang="ro-RO" sz="3600" baseline="-25000" noProof="0" dirty="0">
                <a:solidFill>
                  <a:srgbClr val="00B050"/>
                </a:solidFill>
              </a:rPr>
              <a:t>3</a:t>
            </a:r>
            <a:r>
              <a:rPr lang="ro-RO" sz="3600" noProof="0" dirty="0"/>
              <a:t>]</a:t>
            </a:r>
            <a:r>
              <a:rPr lang="ro-RO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631522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2005</Words>
  <Application>Microsoft Office PowerPoint</Application>
  <PresentationFormat>Widescreen</PresentationFormat>
  <Paragraphs>251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Temă Office</vt:lpstr>
      <vt:lpstr>Limbajul P-Lingua pentru Tissue P Systems</vt:lpstr>
      <vt:lpstr>Introducere – Tissue P Systems</vt:lpstr>
      <vt:lpstr>Definiție – Tissue P Systems</vt:lpstr>
      <vt:lpstr>Definiție – Tissue P Systems</vt:lpstr>
      <vt:lpstr>Evoluția P-Lingua </vt:lpstr>
      <vt:lpstr>Personalizarea modelelor în P-Lingua 5</vt:lpstr>
      <vt:lpstr>Sintaxa flexibilă a regulilor</vt:lpstr>
      <vt:lpstr>Sintaxa flexibilă a regulilor</vt:lpstr>
      <vt:lpstr>Exemple de reguli</vt:lpstr>
      <vt:lpstr>Generarea submulțimilor folosind Tissue P Systems în P-Lingua</vt:lpstr>
      <vt:lpstr>Codul programului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Extinderea modelului pentru a calcula cardinalul mulțimii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sarighioleanu laurentiu</dc:creator>
  <cp:lastModifiedBy>Matei Ungureanu</cp:lastModifiedBy>
  <cp:revision>166</cp:revision>
  <dcterms:created xsi:type="dcterms:W3CDTF">2026-04-14T17:59:51Z</dcterms:created>
  <dcterms:modified xsi:type="dcterms:W3CDTF">2026-04-16T16:33:08Z</dcterms:modified>
</cp:coreProperties>
</file>